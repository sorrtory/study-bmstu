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1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</p:sldIdLst>
  <p:sldSz cy="5143500" cx="9144000"/>
  <p:notesSz cx="6858000" cy="9144000"/>
  <p:embeddedFontLst>
    <p:embeddedFont>
      <p:font typeface="Golos Text"/>
      <p:regular r:id="rId24"/>
      <p:bold r:id="rId25"/>
    </p:embeddedFont>
    <p:embeddedFont>
      <p:font typeface="Commissioner"/>
      <p:regular r:id="rId26"/>
      <p:bold r:id="rId27"/>
    </p:embeddedFont>
    <p:embeddedFont>
      <p:font typeface="Golos Text SemiBold"/>
      <p:regular r:id="rId28"/>
      <p:bold r:id="rId2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font" Target="fonts/GolosText-regular.fntdata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Commissioner-regular.fntdata"/><Relationship Id="rId25" Type="http://schemas.openxmlformats.org/officeDocument/2006/relationships/font" Target="fonts/GolosText-bold.fntdata"/><Relationship Id="rId28" Type="http://schemas.openxmlformats.org/officeDocument/2006/relationships/font" Target="fonts/GolosTextSemiBold-regular.fntdata"/><Relationship Id="rId27" Type="http://schemas.openxmlformats.org/officeDocument/2006/relationships/font" Target="fonts/Commissioner-bold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29" Type="http://schemas.openxmlformats.org/officeDocument/2006/relationships/font" Target="fonts/GolosTextSemiBold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2747bfd1ede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2747bfd1ede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g3b3903fa54b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3" name="Google Shape;283;g3b3903fa54b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b3903fa54b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9" name="Google Shape;289;g3b3903fa54b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g3b3920e22ab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9" name="Google Shape;299;g3b3920e22ab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b3903fa54b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5" name="Google Shape;305;g3b3903fa54b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b3920e22ab_0_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b3920e22ab_0_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b3903fa54b_0_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1" name="Google Shape;321;g3b3903fa54b_0_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g3b3920e22ab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1" name="Google Shape;331;g3b3920e22ab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3b3920e22ab_0_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37" name="Google Shape;337;g3b3920e22ab_0_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4" name="Google Shape;344;g3b3920e22ab_1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45" name="Google Shape;345;g3b3920e22ab_1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9" name="Shape 3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0" name="Google Shape;350;g3b3903fa54b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1" name="Google Shape;351;g3b3903fa54b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g3b3920e22ab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1" name="Google Shape;361;g3b3920e22ab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g3b3920e22ab_1_4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8" name="Google Shape;368;g3b3920e22ab_1_4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9204b6dd1c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9204b6dd1c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b3903fa54b_0_10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1" name="Google Shape;381;g3b3903fa54b_0_10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39204b6dd1c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39204b6dd1c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g3b3903fa54b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7" name="Google Shape;397;g3b3903fa54b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6" name="Google Shape;406;g3b3903fa54b_0_1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7" name="Google Shape;407;g3b3903fa54b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3b3903fa54b_0_1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3b3903fa54b_0_1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s://freepik.com/" TargetMode="External"/><Relationship Id="rId4" Type="http://schemas.openxmlformats.org/officeDocument/2006/relationships/hyperlink" Target="https://freepik.com/" TargetMode="Externa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13225" y="1014550"/>
            <a:ext cx="5602200" cy="221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700"/>
              <a:buNone/>
              <a:defRPr sz="3600"/>
            </a:lvl1pPr>
            <a:lvl2pPr lvl="1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2pPr>
            <a:lvl3pPr lvl="2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3pPr>
            <a:lvl4pPr lvl="3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4pPr>
            <a:lvl5pPr lvl="4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5pPr>
            <a:lvl6pPr lvl="5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6pPr>
            <a:lvl7pPr lvl="6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7pPr>
            <a:lvl8pPr lvl="7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8pPr>
            <a:lvl9pPr lvl="8" algn="l">
              <a:spcBef>
                <a:spcPts val="0"/>
              </a:spcBef>
              <a:spcAft>
                <a:spcPts val="0"/>
              </a:spcAft>
              <a:buSzPts val="4700"/>
              <a:buNone/>
              <a:defRPr sz="4700"/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713225" y="3315975"/>
            <a:ext cx="5602200" cy="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>
            <a:off x="8291100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2" name="Google Shape;12;p2"/>
          <p:cNvGrpSpPr/>
          <p:nvPr/>
        </p:nvGrpSpPr>
        <p:grpSpPr>
          <a:xfrm>
            <a:off x="-55375" y="539500"/>
            <a:ext cx="9199350" cy="4604000"/>
            <a:chOff x="-55375" y="539500"/>
            <a:chExt cx="9199350" cy="4604000"/>
          </a:xfrm>
        </p:grpSpPr>
        <p:cxnSp>
          <p:nvCxnSpPr>
            <p:cNvPr id="13" name="Google Shape;13;p2"/>
            <p:cNvCxnSpPr/>
            <p:nvPr/>
          </p:nvCxnSpPr>
          <p:spPr>
            <a:xfrm>
              <a:off x="-55375" y="4608575"/>
              <a:ext cx="4870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>
              <a:off x="4751675" y="539500"/>
              <a:ext cx="4392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" name="Google Shape;15;p2"/>
            <p:cNvCxnSpPr/>
            <p:nvPr/>
          </p:nvCxnSpPr>
          <p:spPr>
            <a:xfrm rot="10800000">
              <a:off x="8430775" y="805200"/>
              <a:ext cx="0" cy="4338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3"/>
          <p:cNvSpPr txBox="1"/>
          <p:nvPr>
            <p:ph type="title"/>
          </p:nvPr>
        </p:nvSpPr>
        <p:spPr>
          <a:xfrm>
            <a:off x="1512075" y="2036300"/>
            <a:ext cx="4944900" cy="14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4500"/>
              <a:buNone/>
              <a:defRPr sz="4200"/>
            </a:lvl1pPr>
            <a:lvl2pPr lvl="1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18" name="Google Shape;18;p3"/>
          <p:cNvSpPr txBox="1"/>
          <p:nvPr>
            <p:ph hasCustomPrompt="1" idx="2" type="title"/>
          </p:nvPr>
        </p:nvSpPr>
        <p:spPr>
          <a:xfrm>
            <a:off x="1512075" y="1012500"/>
            <a:ext cx="1076100" cy="870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53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r>
              <a:t>xx%</a:t>
            </a:r>
          </a:p>
        </p:txBody>
      </p:sp>
      <p:sp>
        <p:nvSpPr>
          <p:cNvPr id="19" name="Google Shape;19;p3"/>
          <p:cNvSpPr txBox="1"/>
          <p:nvPr>
            <p:ph idx="1" type="subTitle"/>
          </p:nvPr>
        </p:nvSpPr>
        <p:spPr>
          <a:xfrm>
            <a:off x="1512075" y="3573275"/>
            <a:ext cx="4944900" cy="6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sp>
        <p:nvSpPr>
          <p:cNvPr id="20" name="Google Shape;20;p3"/>
          <p:cNvSpPr/>
          <p:nvPr/>
        </p:nvSpPr>
        <p:spPr>
          <a:xfrm>
            <a:off x="8291100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1" name="Google Shape;21;p3"/>
          <p:cNvCxnSpPr/>
          <p:nvPr/>
        </p:nvCxnSpPr>
        <p:spPr>
          <a:xfrm>
            <a:off x="4273200" y="4876025"/>
            <a:ext cx="4870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4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" type="subTitle"/>
          </p:nvPr>
        </p:nvSpPr>
        <p:spPr>
          <a:xfrm>
            <a:off x="713250" y="1217050"/>
            <a:ext cx="77175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/>
          <p:nvPr/>
        </p:nvSpPr>
        <p:spPr>
          <a:xfrm flipH="1">
            <a:off x="0" y="0"/>
            <a:ext cx="9144000" cy="26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6" name="Google Shape;26;p4"/>
          <p:cNvGrpSpPr/>
          <p:nvPr/>
        </p:nvGrpSpPr>
        <p:grpSpPr>
          <a:xfrm>
            <a:off x="150" y="0"/>
            <a:ext cx="8860050" cy="4876025"/>
            <a:chOff x="150" y="0"/>
            <a:chExt cx="8860050" cy="4876025"/>
          </a:xfrm>
        </p:grpSpPr>
        <p:cxnSp>
          <p:nvCxnSpPr>
            <p:cNvPr id="27" name="Google Shape;27;p4"/>
            <p:cNvCxnSpPr/>
            <p:nvPr/>
          </p:nvCxnSpPr>
          <p:spPr>
            <a:xfrm>
              <a:off x="8860200" y="0"/>
              <a:ext cx="0" cy="2571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8" name="Google Shape;28;p4"/>
            <p:cNvCxnSpPr/>
            <p:nvPr/>
          </p:nvCxnSpPr>
          <p:spPr>
            <a:xfrm rot="10800000">
              <a:off x="150" y="4876025"/>
              <a:ext cx="84447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subTitle"/>
          </p:nvPr>
        </p:nvSpPr>
        <p:spPr>
          <a:xfrm>
            <a:off x="2954672" y="2027976"/>
            <a:ext cx="43122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subTitle"/>
          </p:nvPr>
        </p:nvSpPr>
        <p:spPr>
          <a:xfrm>
            <a:off x="2954672" y="1519425"/>
            <a:ext cx="43122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3" type="subTitle"/>
          </p:nvPr>
        </p:nvSpPr>
        <p:spPr>
          <a:xfrm>
            <a:off x="2954649" y="3619500"/>
            <a:ext cx="43122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4" type="subTitle"/>
          </p:nvPr>
        </p:nvSpPr>
        <p:spPr>
          <a:xfrm>
            <a:off x="2954649" y="3110949"/>
            <a:ext cx="43122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35" name="Google Shape;35;p5"/>
          <p:cNvSpPr/>
          <p:nvPr/>
        </p:nvSpPr>
        <p:spPr>
          <a:xfrm flipH="1">
            <a:off x="0" y="0"/>
            <a:ext cx="28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36" name="Google Shape;36;p5"/>
          <p:cNvCxnSpPr/>
          <p:nvPr/>
        </p:nvCxnSpPr>
        <p:spPr>
          <a:xfrm rot="10800000">
            <a:off x="8864825" y="0"/>
            <a:ext cx="0" cy="413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39" name="Google Shape;39;p6"/>
          <p:cNvSpPr/>
          <p:nvPr/>
        </p:nvSpPr>
        <p:spPr>
          <a:xfrm>
            <a:off x="0" y="0"/>
            <a:ext cx="28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0" name="Google Shape;40;p6"/>
          <p:cNvGrpSpPr/>
          <p:nvPr/>
        </p:nvGrpSpPr>
        <p:grpSpPr>
          <a:xfrm>
            <a:off x="141900" y="-26"/>
            <a:ext cx="9002025" cy="4876051"/>
            <a:chOff x="141900" y="-26"/>
            <a:chExt cx="9002025" cy="4876051"/>
          </a:xfrm>
        </p:grpSpPr>
        <p:cxnSp>
          <p:nvCxnSpPr>
            <p:cNvPr id="41" name="Google Shape;41;p6"/>
            <p:cNvCxnSpPr/>
            <p:nvPr/>
          </p:nvCxnSpPr>
          <p:spPr>
            <a:xfrm>
              <a:off x="4576425" y="4876025"/>
              <a:ext cx="45675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42" name="Google Shape;42;p6"/>
            <p:cNvCxnSpPr/>
            <p:nvPr/>
          </p:nvCxnSpPr>
          <p:spPr>
            <a:xfrm rot="10800000">
              <a:off x="141900" y="-26"/>
              <a:ext cx="0" cy="3958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7"/>
          <p:cNvSpPr txBox="1"/>
          <p:nvPr>
            <p:ph type="title"/>
          </p:nvPr>
        </p:nvSpPr>
        <p:spPr>
          <a:xfrm>
            <a:off x="713225" y="519075"/>
            <a:ext cx="2789700" cy="197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45" name="Google Shape;45;p7"/>
          <p:cNvSpPr txBox="1"/>
          <p:nvPr>
            <p:ph idx="1" type="subTitle"/>
          </p:nvPr>
        </p:nvSpPr>
        <p:spPr>
          <a:xfrm>
            <a:off x="713225" y="2558881"/>
            <a:ext cx="2789700" cy="139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6" name="Google Shape;46;p7"/>
          <p:cNvSpPr/>
          <p:nvPr>
            <p:ph idx="2" type="pic"/>
          </p:nvPr>
        </p:nvSpPr>
        <p:spPr>
          <a:xfrm>
            <a:off x="4572000" y="0"/>
            <a:ext cx="4572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47" name="Google Shape;47;p7"/>
          <p:cNvSpPr/>
          <p:nvPr/>
        </p:nvSpPr>
        <p:spPr>
          <a:xfrm>
            <a:off x="0" y="0"/>
            <a:ext cx="28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48" name="Google Shape;48;p7"/>
          <p:cNvGrpSpPr/>
          <p:nvPr/>
        </p:nvGrpSpPr>
        <p:grpSpPr>
          <a:xfrm>
            <a:off x="0" y="-300"/>
            <a:ext cx="3812275" cy="4608875"/>
            <a:chOff x="0" y="-300"/>
            <a:chExt cx="3812275" cy="4608875"/>
          </a:xfrm>
        </p:grpSpPr>
        <p:cxnSp>
          <p:nvCxnSpPr>
            <p:cNvPr id="49" name="Google Shape;49;p7"/>
            <p:cNvCxnSpPr/>
            <p:nvPr/>
          </p:nvCxnSpPr>
          <p:spPr>
            <a:xfrm rot="10800000">
              <a:off x="3812275" y="-300"/>
              <a:ext cx="0" cy="699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0" name="Google Shape;50;p7"/>
            <p:cNvCxnSpPr/>
            <p:nvPr/>
          </p:nvCxnSpPr>
          <p:spPr>
            <a:xfrm>
              <a:off x="0" y="4608575"/>
              <a:ext cx="3387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type="title"/>
          </p:nvPr>
        </p:nvSpPr>
        <p:spPr>
          <a:xfrm>
            <a:off x="1864800" y="1219025"/>
            <a:ext cx="5414400" cy="2298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53" name="Google Shape;53;p8"/>
          <p:cNvSpPr/>
          <p:nvPr/>
        </p:nvSpPr>
        <p:spPr>
          <a:xfrm flipH="1">
            <a:off x="-55375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4" name="Google Shape;54;p8"/>
          <p:cNvGrpSpPr/>
          <p:nvPr/>
        </p:nvGrpSpPr>
        <p:grpSpPr>
          <a:xfrm flipH="1">
            <a:off x="-55200" y="539500"/>
            <a:ext cx="9199200" cy="4604000"/>
            <a:chOff x="-55375" y="539500"/>
            <a:chExt cx="9199200" cy="4604000"/>
          </a:xfrm>
        </p:grpSpPr>
        <p:cxnSp>
          <p:nvCxnSpPr>
            <p:cNvPr id="55" name="Google Shape;55;p8"/>
            <p:cNvCxnSpPr/>
            <p:nvPr/>
          </p:nvCxnSpPr>
          <p:spPr>
            <a:xfrm>
              <a:off x="-55375" y="4608575"/>
              <a:ext cx="56592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6" name="Google Shape;56;p8"/>
            <p:cNvCxnSpPr/>
            <p:nvPr/>
          </p:nvCxnSpPr>
          <p:spPr>
            <a:xfrm>
              <a:off x="4502525" y="539500"/>
              <a:ext cx="46413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57" name="Google Shape;57;p8"/>
            <p:cNvCxnSpPr/>
            <p:nvPr/>
          </p:nvCxnSpPr>
          <p:spPr>
            <a:xfrm rot="10800000">
              <a:off x="8430775" y="805200"/>
              <a:ext cx="0" cy="4338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/>
          <p:nvPr>
            <p:ph type="title"/>
          </p:nvPr>
        </p:nvSpPr>
        <p:spPr>
          <a:xfrm>
            <a:off x="1962900" y="829786"/>
            <a:ext cx="5218200" cy="133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l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60" name="Google Shape;60;p9"/>
          <p:cNvSpPr txBox="1"/>
          <p:nvPr>
            <p:ph idx="1" type="subTitle"/>
          </p:nvPr>
        </p:nvSpPr>
        <p:spPr>
          <a:xfrm>
            <a:off x="1962900" y="2282714"/>
            <a:ext cx="5218200" cy="20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sp>
        <p:nvSpPr>
          <p:cNvPr id="61" name="Google Shape;61;p9"/>
          <p:cNvSpPr/>
          <p:nvPr/>
        </p:nvSpPr>
        <p:spPr>
          <a:xfrm>
            <a:off x="75" y="4426700"/>
            <a:ext cx="9144000" cy="711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2" name="Google Shape;62;p9"/>
          <p:cNvGrpSpPr/>
          <p:nvPr/>
        </p:nvGrpSpPr>
        <p:grpSpPr>
          <a:xfrm>
            <a:off x="712700" y="539500"/>
            <a:ext cx="8431300" cy="4604000"/>
            <a:chOff x="712700" y="539500"/>
            <a:chExt cx="8431300" cy="4604000"/>
          </a:xfrm>
        </p:grpSpPr>
        <p:cxnSp>
          <p:nvCxnSpPr>
            <p:cNvPr id="63" name="Google Shape;63;p9"/>
            <p:cNvCxnSpPr/>
            <p:nvPr/>
          </p:nvCxnSpPr>
          <p:spPr>
            <a:xfrm>
              <a:off x="4572000" y="539500"/>
              <a:ext cx="4572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64" name="Google Shape;64;p9"/>
            <p:cNvCxnSpPr/>
            <p:nvPr/>
          </p:nvCxnSpPr>
          <p:spPr>
            <a:xfrm rot="10800000">
              <a:off x="712700" y="1685400"/>
              <a:ext cx="0" cy="3458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67" name="Google Shape;67;p10"/>
          <p:cNvSpPr txBox="1"/>
          <p:nvPr>
            <p:ph type="title"/>
          </p:nvPr>
        </p:nvSpPr>
        <p:spPr>
          <a:xfrm>
            <a:off x="713225" y="3946875"/>
            <a:ext cx="7717500" cy="66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hasCustomPrompt="1" type="title"/>
          </p:nvPr>
        </p:nvSpPr>
        <p:spPr>
          <a:xfrm>
            <a:off x="1604400" y="1354558"/>
            <a:ext cx="5935200" cy="1844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7400"/>
            </a:lvl1pPr>
            <a:lvl2pPr lvl="1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3000"/>
              <a:buNone/>
              <a:defRPr sz="13000"/>
            </a:lvl9pPr>
          </a:lstStyle>
          <a:p>
            <a:r>
              <a:t>xx%</a:t>
            </a:r>
          </a:p>
        </p:txBody>
      </p:sp>
      <p:sp>
        <p:nvSpPr>
          <p:cNvPr id="70" name="Google Shape;70;p11"/>
          <p:cNvSpPr txBox="1"/>
          <p:nvPr>
            <p:ph idx="1" type="subTitle"/>
          </p:nvPr>
        </p:nvSpPr>
        <p:spPr>
          <a:xfrm>
            <a:off x="1604400" y="3199142"/>
            <a:ext cx="5935200" cy="58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sp>
        <p:nvSpPr>
          <p:cNvPr id="71" name="Google Shape;71;p11"/>
          <p:cNvSpPr/>
          <p:nvPr/>
        </p:nvSpPr>
        <p:spPr>
          <a:xfrm rot="10800000">
            <a:off x="-55375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72" name="Google Shape;72;p11"/>
          <p:cNvGrpSpPr/>
          <p:nvPr/>
        </p:nvGrpSpPr>
        <p:grpSpPr>
          <a:xfrm rot="10800000">
            <a:off x="-55325" y="0"/>
            <a:ext cx="9199325" cy="4604000"/>
            <a:chOff x="-55375" y="539500"/>
            <a:chExt cx="9199325" cy="4604000"/>
          </a:xfrm>
        </p:grpSpPr>
        <p:cxnSp>
          <p:nvCxnSpPr>
            <p:cNvPr id="73" name="Google Shape;73;p11"/>
            <p:cNvCxnSpPr/>
            <p:nvPr/>
          </p:nvCxnSpPr>
          <p:spPr>
            <a:xfrm>
              <a:off x="-55375" y="4608575"/>
              <a:ext cx="4563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4" name="Google Shape;74;p11"/>
            <p:cNvCxnSpPr/>
            <p:nvPr/>
          </p:nvCxnSpPr>
          <p:spPr>
            <a:xfrm>
              <a:off x="2576350" y="539500"/>
              <a:ext cx="65676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75" name="Google Shape;75;p11"/>
            <p:cNvCxnSpPr/>
            <p:nvPr/>
          </p:nvCxnSpPr>
          <p:spPr>
            <a:xfrm rot="10800000">
              <a:off x="8430775" y="805200"/>
              <a:ext cx="0" cy="4338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3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" type="subTitle"/>
          </p:nvPr>
        </p:nvSpPr>
        <p:spPr>
          <a:xfrm>
            <a:off x="1936100" y="2129352"/>
            <a:ext cx="22887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0" name="Google Shape;80;p13"/>
          <p:cNvSpPr txBox="1"/>
          <p:nvPr>
            <p:ph idx="2" type="subTitle"/>
          </p:nvPr>
        </p:nvSpPr>
        <p:spPr>
          <a:xfrm>
            <a:off x="1936100" y="1370275"/>
            <a:ext cx="2288700" cy="80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81" name="Google Shape;81;p13"/>
          <p:cNvSpPr txBox="1"/>
          <p:nvPr>
            <p:ph hasCustomPrompt="1" idx="3" type="title"/>
          </p:nvPr>
        </p:nvSpPr>
        <p:spPr>
          <a:xfrm>
            <a:off x="993600" y="1483400"/>
            <a:ext cx="876300" cy="1152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3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r>
              <a:t>xx%</a:t>
            </a:r>
          </a:p>
        </p:txBody>
      </p:sp>
      <p:sp>
        <p:nvSpPr>
          <p:cNvPr id="82" name="Google Shape;82;p13"/>
          <p:cNvSpPr txBox="1"/>
          <p:nvPr>
            <p:ph idx="4" type="subTitle"/>
          </p:nvPr>
        </p:nvSpPr>
        <p:spPr>
          <a:xfrm>
            <a:off x="1936100" y="3827175"/>
            <a:ext cx="22887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5" type="subTitle"/>
          </p:nvPr>
        </p:nvSpPr>
        <p:spPr>
          <a:xfrm>
            <a:off x="1936100" y="3068200"/>
            <a:ext cx="2288700" cy="80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84" name="Google Shape;84;p13"/>
          <p:cNvSpPr txBox="1"/>
          <p:nvPr>
            <p:ph hasCustomPrompt="1" idx="6" type="title"/>
          </p:nvPr>
        </p:nvSpPr>
        <p:spPr>
          <a:xfrm>
            <a:off x="993600" y="3179712"/>
            <a:ext cx="876300" cy="1152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3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r>
              <a:t>xx%</a:t>
            </a:r>
          </a:p>
        </p:txBody>
      </p:sp>
      <p:sp>
        <p:nvSpPr>
          <p:cNvPr id="85" name="Google Shape;85;p13"/>
          <p:cNvSpPr txBox="1"/>
          <p:nvPr>
            <p:ph idx="7" type="subTitle"/>
          </p:nvPr>
        </p:nvSpPr>
        <p:spPr>
          <a:xfrm>
            <a:off x="5969570" y="2129352"/>
            <a:ext cx="22887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6" name="Google Shape;86;p13"/>
          <p:cNvSpPr txBox="1"/>
          <p:nvPr>
            <p:ph idx="8" type="subTitle"/>
          </p:nvPr>
        </p:nvSpPr>
        <p:spPr>
          <a:xfrm>
            <a:off x="5969570" y="1370275"/>
            <a:ext cx="2288700" cy="80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87" name="Google Shape;87;p13"/>
          <p:cNvSpPr txBox="1"/>
          <p:nvPr>
            <p:ph hasCustomPrompt="1" idx="9" type="title"/>
          </p:nvPr>
        </p:nvSpPr>
        <p:spPr>
          <a:xfrm>
            <a:off x="5033780" y="1483400"/>
            <a:ext cx="876300" cy="1152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3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r>
              <a:t>xx%</a:t>
            </a:r>
          </a:p>
        </p:txBody>
      </p:sp>
      <p:sp>
        <p:nvSpPr>
          <p:cNvPr id="88" name="Google Shape;88;p13"/>
          <p:cNvSpPr txBox="1"/>
          <p:nvPr>
            <p:ph idx="13" type="subTitle"/>
          </p:nvPr>
        </p:nvSpPr>
        <p:spPr>
          <a:xfrm>
            <a:off x="5969570" y="3827175"/>
            <a:ext cx="22887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9" name="Google Shape;89;p13"/>
          <p:cNvSpPr txBox="1"/>
          <p:nvPr>
            <p:ph idx="14" type="subTitle"/>
          </p:nvPr>
        </p:nvSpPr>
        <p:spPr>
          <a:xfrm>
            <a:off x="5969570" y="3068200"/>
            <a:ext cx="2288700" cy="803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90" name="Google Shape;90;p13"/>
          <p:cNvSpPr txBox="1"/>
          <p:nvPr>
            <p:ph hasCustomPrompt="1" idx="15" type="title"/>
          </p:nvPr>
        </p:nvSpPr>
        <p:spPr>
          <a:xfrm>
            <a:off x="5033780" y="3179712"/>
            <a:ext cx="876300" cy="11529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3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600"/>
              <a:buNone/>
              <a:defRPr sz="4600"/>
            </a:lvl9pPr>
          </a:lstStyle>
          <a:p>
            <a:r>
              <a:t>xx%</a:t>
            </a:r>
          </a:p>
        </p:txBody>
      </p:sp>
      <p:cxnSp>
        <p:nvCxnSpPr>
          <p:cNvPr id="91" name="Google Shape;91;p13"/>
          <p:cNvCxnSpPr/>
          <p:nvPr/>
        </p:nvCxnSpPr>
        <p:spPr>
          <a:xfrm rot="10800000">
            <a:off x="9002100" y="-100"/>
            <a:ext cx="0" cy="2652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CUSTOM_1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4"/>
          <p:cNvSpPr txBox="1"/>
          <p:nvPr>
            <p:ph type="title"/>
          </p:nvPr>
        </p:nvSpPr>
        <p:spPr>
          <a:xfrm>
            <a:off x="783150" y="3920175"/>
            <a:ext cx="7577700" cy="55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2400"/>
              <a:buNone/>
              <a:defRPr sz="27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4" name="Google Shape;94;p14"/>
          <p:cNvSpPr txBox="1"/>
          <p:nvPr>
            <p:ph idx="1" type="subTitle"/>
          </p:nvPr>
        </p:nvSpPr>
        <p:spPr>
          <a:xfrm>
            <a:off x="783150" y="1722374"/>
            <a:ext cx="7577700" cy="2121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1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 sz="3500"/>
            </a:lvl9pPr>
          </a:lstStyle>
          <a:p/>
        </p:txBody>
      </p:sp>
      <p:cxnSp>
        <p:nvCxnSpPr>
          <p:cNvPr id="95" name="Google Shape;95;p14"/>
          <p:cNvCxnSpPr/>
          <p:nvPr/>
        </p:nvCxnSpPr>
        <p:spPr>
          <a:xfrm rot="10800000">
            <a:off x="75" y="4876025"/>
            <a:ext cx="8257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1">
  <p:cSld name="CUSTOM_1_1"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 flipH="1">
            <a:off x="2052825" y="2036300"/>
            <a:ext cx="5579100" cy="14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2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4500"/>
              <a:buNone/>
              <a:defRPr sz="4500"/>
            </a:lvl9pPr>
          </a:lstStyle>
          <a:p/>
        </p:txBody>
      </p:sp>
      <p:sp>
        <p:nvSpPr>
          <p:cNvPr id="98" name="Google Shape;98;p15"/>
          <p:cNvSpPr txBox="1"/>
          <p:nvPr>
            <p:ph hasCustomPrompt="1" idx="2" type="title"/>
          </p:nvPr>
        </p:nvSpPr>
        <p:spPr>
          <a:xfrm flipH="1">
            <a:off x="6555825" y="1012500"/>
            <a:ext cx="1076100" cy="8700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5300"/>
              <a:buNone/>
              <a:defRPr sz="42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5300"/>
              <a:buNone/>
              <a:defRPr sz="5300"/>
            </a:lvl9pPr>
          </a:lstStyle>
          <a:p>
            <a:r>
              <a:t>xx%</a:t>
            </a:r>
          </a:p>
        </p:txBody>
      </p:sp>
      <p:sp>
        <p:nvSpPr>
          <p:cNvPr id="99" name="Google Shape;99;p15"/>
          <p:cNvSpPr txBox="1"/>
          <p:nvPr>
            <p:ph idx="1" type="subTitle"/>
          </p:nvPr>
        </p:nvSpPr>
        <p:spPr>
          <a:xfrm flipH="1">
            <a:off x="2052825" y="3573275"/>
            <a:ext cx="5579100" cy="6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sp>
        <p:nvSpPr>
          <p:cNvPr id="100" name="Google Shape;100;p15"/>
          <p:cNvSpPr/>
          <p:nvPr/>
        </p:nvSpPr>
        <p:spPr>
          <a:xfrm flipH="1">
            <a:off x="0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101" name="Google Shape;101;p15"/>
          <p:cNvCxnSpPr/>
          <p:nvPr/>
        </p:nvCxnSpPr>
        <p:spPr>
          <a:xfrm rot="10800000">
            <a:off x="0" y="4876025"/>
            <a:ext cx="4870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2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04" name="Google Shape;104;p16"/>
          <p:cNvSpPr txBox="1"/>
          <p:nvPr>
            <p:ph idx="1" type="subTitle"/>
          </p:nvPr>
        </p:nvSpPr>
        <p:spPr>
          <a:xfrm>
            <a:off x="713225" y="3582477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16"/>
          <p:cNvSpPr txBox="1"/>
          <p:nvPr>
            <p:ph hasCustomPrompt="1" idx="2" type="title"/>
          </p:nvPr>
        </p:nvSpPr>
        <p:spPr>
          <a:xfrm>
            <a:off x="713225" y="1575103"/>
            <a:ext cx="2400300" cy="80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06" name="Google Shape;106;p16"/>
          <p:cNvSpPr txBox="1"/>
          <p:nvPr>
            <p:ph idx="3" type="subTitle"/>
          </p:nvPr>
        </p:nvSpPr>
        <p:spPr>
          <a:xfrm>
            <a:off x="713225" y="2654575"/>
            <a:ext cx="2400300" cy="86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107" name="Google Shape;107;p16"/>
          <p:cNvSpPr txBox="1"/>
          <p:nvPr>
            <p:ph idx="4" type="subTitle"/>
          </p:nvPr>
        </p:nvSpPr>
        <p:spPr>
          <a:xfrm>
            <a:off x="6030475" y="3582477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8" name="Google Shape;108;p16"/>
          <p:cNvSpPr txBox="1"/>
          <p:nvPr>
            <p:ph hasCustomPrompt="1" idx="5" type="title"/>
          </p:nvPr>
        </p:nvSpPr>
        <p:spPr>
          <a:xfrm>
            <a:off x="6030475" y="1575103"/>
            <a:ext cx="2400300" cy="80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09" name="Google Shape;109;p16"/>
          <p:cNvSpPr txBox="1"/>
          <p:nvPr>
            <p:ph idx="6" type="subTitle"/>
          </p:nvPr>
        </p:nvSpPr>
        <p:spPr>
          <a:xfrm>
            <a:off x="6030475" y="2654575"/>
            <a:ext cx="2400300" cy="86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110" name="Google Shape;110;p16"/>
          <p:cNvSpPr txBox="1"/>
          <p:nvPr>
            <p:ph idx="7" type="subTitle"/>
          </p:nvPr>
        </p:nvSpPr>
        <p:spPr>
          <a:xfrm>
            <a:off x="3371850" y="3582477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1" name="Google Shape;111;p16"/>
          <p:cNvSpPr txBox="1"/>
          <p:nvPr>
            <p:ph hasCustomPrompt="1" idx="8" type="title"/>
          </p:nvPr>
        </p:nvSpPr>
        <p:spPr>
          <a:xfrm>
            <a:off x="3371850" y="1575103"/>
            <a:ext cx="2400300" cy="800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4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12" name="Google Shape;112;p16"/>
          <p:cNvSpPr txBox="1"/>
          <p:nvPr>
            <p:ph idx="9" type="subTitle"/>
          </p:nvPr>
        </p:nvSpPr>
        <p:spPr>
          <a:xfrm>
            <a:off x="3371850" y="2654575"/>
            <a:ext cx="2400300" cy="86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cxnSp>
        <p:nvCxnSpPr>
          <p:cNvPr id="113" name="Google Shape;113;p16"/>
          <p:cNvCxnSpPr/>
          <p:nvPr/>
        </p:nvCxnSpPr>
        <p:spPr>
          <a:xfrm rot="10800000">
            <a:off x="5035800" y="4797575"/>
            <a:ext cx="41082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1">
  <p:cSld name="CUSTOM_2_1_2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17"/>
          <p:cNvSpPr txBox="1"/>
          <p:nvPr>
            <p:ph idx="1" type="subTitle"/>
          </p:nvPr>
        </p:nvSpPr>
        <p:spPr>
          <a:xfrm>
            <a:off x="2370900" y="1278125"/>
            <a:ext cx="44022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6" name="Google Shape;116;p17"/>
          <p:cNvSpPr txBox="1"/>
          <p:nvPr>
            <p:ph hasCustomPrompt="1" type="title"/>
          </p:nvPr>
        </p:nvSpPr>
        <p:spPr>
          <a:xfrm>
            <a:off x="2370900" y="572825"/>
            <a:ext cx="4402200" cy="73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17" name="Google Shape;117;p17"/>
          <p:cNvSpPr txBox="1"/>
          <p:nvPr>
            <p:ph idx="2" type="subTitle"/>
          </p:nvPr>
        </p:nvSpPr>
        <p:spPr>
          <a:xfrm>
            <a:off x="2370900" y="4087875"/>
            <a:ext cx="44022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8" name="Google Shape;118;p17"/>
          <p:cNvSpPr txBox="1"/>
          <p:nvPr>
            <p:ph hasCustomPrompt="1" idx="3" type="title"/>
          </p:nvPr>
        </p:nvSpPr>
        <p:spPr>
          <a:xfrm>
            <a:off x="2370900" y="3382575"/>
            <a:ext cx="4402200" cy="73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19" name="Google Shape;119;p17"/>
          <p:cNvSpPr txBox="1"/>
          <p:nvPr>
            <p:ph idx="4" type="subTitle"/>
          </p:nvPr>
        </p:nvSpPr>
        <p:spPr>
          <a:xfrm>
            <a:off x="2370900" y="2683000"/>
            <a:ext cx="44022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17"/>
          <p:cNvSpPr txBox="1"/>
          <p:nvPr>
            <p:ph hasCustomPrompt="1" idx="5" type="title"/>
          </p:nvPr>
        </p:nvSpPr>
        <p:spPr>
          <a:xfrm>
            <a:off x="2370900" y="1977700"/>
            <a:ext cx="4402200" cy="738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6000"/>
              <a:buNone/>
              <a:defRPr sz="3600"/>
            </a:lvl1pPr>
            <a:lvl2pPr lvl="1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grpSp>
        <p:nvGrpSpPr>
          <p:cNvPr id="121" name="Google Shape;121;p17"/>
          <p:cNvGrpSpPr/>
          <p:nvPr/>
        </p:nvGrpSpPr>
        <p:grpSpPr>
          <a:xfrm>
            <a:off x="711250" y="-125"/>
            <a:ext cx="7719525" cy="5143625"/>
            <a:chOff x="711250" y="-125"/>
            <a:chExt cx="7719525" cy="5143625"/>
          </a:xfrm>
        </p:grpSpPr>
        <p:cxnSp>
          <p:nvCxnSpPr>
            <p:cNvPr id="122" name="Google Shape;122;p17"/>
            <p:cNvCxnSpPr/>
            <p:nvPr/>
          </p:nvCxnSpPr>
          <p:spPr>
            <a:xfrm rot="10800000">
              <a:off x="711250" y="2191500"/>
              <a:ext cx="0" cy="2952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23" name="Google Shape;123;p17"/>
            <p:cNvCxnSpPr/>
            <p:nvPr/>
          </p:nvCxnSpPr>
          <p:spPr>
            <a:xfrm rot="10800000">
              <a:off x="8430775" y="-125"/>
              <a:ext cx="0" cy="2191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2_1_1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18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grpSp>
        <p:nvGrpSpPr>
          <p:cNvPr id="126" name="Google Shape;126;p18"/>
          <p:cNvGrpSpPr/>
          <p:nvPr/>
        </p:nvGrpSpPr>
        <p:grpSpPr>
          <a:xfrm flipH="1">
            <a:off x="0" y="4876025"/>
            <a:ext cx="9144000" cy="267600"/>
            <a:chOff x="0" y="4876025"/>
            <a:chExt cx="9144000" cy="267600"/>
          </a:xfrm>
        </p:grpSpPr>
        <p:sp>
          <p:nvSpPr>
            <p:cNvPr id="127" name="Google Shape;127;p18"/>
            <p:cNvSpPr/>
            <p:nvPr/>
          </p:nvSpPr>
          <p:spPr>
            <a:xfrm>
              <a:off x="0" y="4876025"/>
              <a:ext cx="9144000" cy="2676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128" name="Google Shape;128;p18"/>
            <p:cNvCxnSpPr/>
            <p:nvPr/>
          </p:nvCxnSpPr>
          <p:spPr>
            <a:xfrm>
              <a:off x="4572000" y="5009825"/>
              <a:ext cx="4572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2_1_1_2"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cxnSp>
        <p:nvCxnSpPr>
          <p:cNvPr id="131" name="Google Shape;131;p19"/>
          <p:cNvCxnSpPr/>
          <p:nvPr/>
        </p:nvCxnSpPr>
        <p:spPr>
          <a:xfrm>
            <a:off x="0" y="262400"/>
            <a:ext cx="22860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_2_1_1_1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3" name="Google Shape;133;p20"/>
          <p:cNvGrpSpPr/>
          <p:nvPr/>
        </p:nvGrpSpPr>
        <p:grpSpPr>
          <a:xfrm>
            <a:off x="0" y="0"/>
            <a:ext cx="9144075" cy="5143500"/>
            <a:chOff x="0" y="0"/>
            <a:chExt cx="9144075" cy="5143500"/>
          </a:xfrm>
        </p:grpSpPr>
        <p:sp>
          <p:nvSpPr>
            <p:cNvPr id="134" name="Google Shape;134;p20"/>
            <p:cNvSpPr/>
            <p:nvPr/>
          </p:nvSpPr>
          <p:spPr>
            <a:xfrm>
              <a:off x="4185975" y="4426700"/>
              <a:ext cx="4958100" cy="711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" name="Google Shape;135;p20"/>
            <p:cNvSpPr/>
            <p:nvPr/>
          </p:nvSpPr>
          <p:spPr>
            <a:xfrm>
              <a:off x="0" y="0"/>
              <a:ext cx="852900" cy="51435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36" name="Google Shape;136;p20"/>
          <p:cNvSpPr txBox="1"/>
          <p:nvPr>
            <p:ph type="title"/>
          </p:nvPr>
        </p:nvSpPr>
        <p:spPr>
          <a:xfrm>
            <a:off x="4082225" y="544275"/>
            <a:ext cx="4224300" cy="120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9200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2pPr>
            <a:lvl3pPr lvl="2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3pPr>
            <a:lvl4pPr lvl="3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4pPr>
            <a:lvl5pPr lvl="4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5pPr>
            <a:lvl6pPr lvl="5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6pPr>
            <a:lvl7pPr lvl="6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7pPr>
            <a:lvl8pPr lvl="7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8pPr>
            <a:lvl9pPr lvl="8" rtl="0">
              <a:spcBef>
                <a:spcPts val="0"/>
              </a:spcBef>
              <a:spcAft>
                <a:spcPts val="0"/>
              </a:spcAft>
              <a:buSzPts val="9200"/>
              <a:buNone/>
              <a:defRPr sz="9200"/>
            </a:lvl9pPr>
          </a:lstStyle>
          <a:p/>
        </p:txBody>
      </p:sp>
      <p:sp>
        <p:nvSpPr>
          <p:cNvPr id="137" name="Google Shape;137;p20"/>
          <p:cNvSpPr txBox="1"/>
          <p:nvPr>
            <p:ph idx="1" type="subTitle"/>
          </p:nvPr>
        </p:nvSpPr>
        <p:spPr>
          <a:xfrm>
            <a:off x="4082150" y="1747875"/>
            <a:ext cx="4224300" cy="259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55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50"/>
              <a:buNone/>
              <a:defRPr sz="1850"/>
            </a:lvl9pPr>
          </a:lstStyle>
          <a:p/>
        </p:txBody>
      </p:sp>
      <p:grpSp>
        <p:nvGrpSpPr>
          <p:cNvPr id="138" name="Google Shape;138;p20"/>
          <p:cNvGrpSpPr/>
          <p:nvPr/>
        </p:nvGrpSpPr>
        <p:grpSpPr>
          <a:xfrm>
            <a:off x="150" y="539500"/>
            <a:ext cx="8430625" cy="4604000"/>
            <a:chOff x="150" y="539500"/>
            <a:chExt cx="8430625" cy="4604000"/>
          </a:xfrm>
        </p:grpSpPr>
        <p:cxnSp>
          <p:nvCxnSpPr>
            <p:cNvPr id="139" name="Google Shape;139;p20"/>
            <p:cNvCxnSpPr/>
            <p:nvPr/>
          </p:nvCxnSpPr>
          <p:spPr>
            <a:xfrm rot="10800000">
              <a:off x="8430775" y="805200"/>
              <a:ext cx="0" cy="4338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0" name="Google Shape;140;p20"/>
            <p:cNvCxnSpPr/>
            <p:nvPr/>
          </p:nvCxnSpPr>
          <p:spPr>
            <a:xfrm rot="10800000">
              <a:off x="150" y="539500"/>
              <a:ext cx="4336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141" name="Google Shape;141;p20"/>
          <p:cNvSpPr/>
          <p:nvPr>
            <p:ph idx="2" type="pic"/>
          </p:nvPr>
        </p:nvSpPr>
        <p:spPr>
          <a:xfrm>
            <a:off x="592075" y="544275"/>
            <a:ext cx="3312000" cy="3884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11"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1"/>
          <p:cNvSpPr txBox="1"/>
          <p:nvPr>
            <p:ph idx="1" type="body"/>
          </p:nvPr>
        </p:nvSpPr>
        <p:spPr>
          <a:xfrm>
            <a:off x="1691100" y="1759300"/>
            <a:ext cx="5761800" cy="209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Char char="■"/>
              <a:defRPr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Red Hat Display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Clr>
                <a:srgbClr val="FFFFFF"/>
              </a:buClr>
              <a:buSzPts val="1400"/>
              <a:buFont typeface="Red Hat Display"/>
              <a:buChar char="■"/>
              <a:defRPr/>
            </a:lvl9pPr>
          </a:lstStyle>
          <a:p/>
        </p:txBody>
      </p:sp>
      <p:sp>
        <p:nvSpPr>
          <p:cNvPr id="144" name="Google Shape;144;p21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45" name="Google Shape;145;p21"/>
          <p:cNvSpPr/>
          <p:nvPr/>
        </p:nvSpPr>
        <p:spPr>
          <a:xfrm flipH="1">
            <a:off x="0" y="4875900"/>
            <a:ext cx="9144000" cy="26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6" name="Google Shape;146;p21"/>
          <p:cNvGrpSpPr/>
          <p:nvPr/>
        </p:nvGrpSpPr>
        <p:grpSpPr>
          <a:xfrm>
            <a:off x="276825" y="267475"/>
            <a:ext cx="8860200" cy="4876025"/>
            <a:chOff x="276825" y="267475"/>
            <a:chExt cx="8860200" cy="4876025"/>
          </a:xfrm>
        </p:grpSpPr>
        <p:cxnSp>
          <p:nvCxnSpPr>
            <p:cNvPr id="147" name="Google Shape;147;p21"/>
            <p:cNvCxnSpPr/>
            <p:nvPr/>
          </p:nvCxnSpPr>
          <p:spPr>
            <a:xfrm rot="10800000">
              <a:off x="276825" y="2571900"/>
              <a:ext cx="0" cy="2571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8" name="Google Shape;148;p21"/>
            <p:cNvCxnSpPr/>
            <p:nvPr/>
          </p:nvCxnSpPr>
          <p:spPr>
            <a:xfrm>
              <a:off x="4565025" y="267475"/>
              <a:ext cx="4572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2_1_1_1_1_1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2"/>
          <p:cNvSpPr txBox="1"/>
          <p:nvPr>
            <p:ph type="title"/>
          </p:nvPr>
        </p:nvSpPr>
        <p:spPr>
          <a:xfrm>
            <a:off x="948325" y="1185562"/>
            <a:ext cx="4863300" cy="80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51" name="Google Shape;151;p22"/>
          <p:cNvSpPr txBox="1"/>
          <p:nvPr>
            <p:ph idx="1" type="subTitle"/>
          </p:nvPr>
        </p:nvSpPr>
        <p:spPr>
          <a:xfrm>
            <a:off x="948325" y="2112038"/>
            <a:ext cx="4863300" cy="18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52" name="Google Shape;152;p22"/>
          <p:cNvSpPr/>
          <p:nvPr/>
        </p:nvSpPr>
        <p:spPr>
          <a:xfrm flipH="1" rot="10800000">
            <a:off x="8291100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53" name="Google Shape;153;p22"/>
          <p:cNvGrpSpPr/>
          <p:nvPr/>
        </p:nvGrpSpPr>
        <p:grpSpPr>
          <a:xfrm flipH="1" rot="10800000">
            <a:off x="-55375" y="0"/>
            <a:ext cx="9199250" cy="4604000"/>
            <a:chOff x="-55375" y="539500"/>
            <a:chExt cx="9199250" cy="4604000"/>
          </a:xfrm>
        </p:grpSpPr>
        <p:cxnSp>
          <p:nvCxnSpPr>
            <p:cNvPr id="154" name="Google Shape;154;p22"/>
            <p:cNvCxnSpPr/>
            <p:nvPr/>
          </p:nvCxnSpPr>
          <p:spPr>
            <a:xfrm>
              <a:off x="-55375" y="4608575"/>
              <a:ext cx="45717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5" name="Google Shape;155;p22"/>
            <p:cNvCxnSpPr/>
            <p:nvPr/>
          </p:nvCxnSpPr>
          <p:spPr>
            <a:xfrm>
              <a:off x="4585075" y="539500"/>
              <a:ext cx="4558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6" name="Google Shape;156;p22"/>
            <p:cNvCxnSpPr/>
            <p:nvPr/>
          </p:nvCxnSpPr>
          <p:spPr>
            <a:xfrm rot="10800000">
              <a:off x="8430775" y="805200"/>
              <a:ext cx="0" cy="4338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2_1_1_1_1_1_1"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3"/>
          <p:cNvSpPr txBox="1"/>
          <p:nvPr>
            <p:ph type="title"/>
          </p:nvPr>
        </p:nvSpPr>
        <p:spPr>
          <a:xfrm>
            <a:off x="1262175" y="1023602"/>
            <a:ext cx="2890500" cy="1678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l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59" name="Google Shape;159;p23"/>
          <p:cNvSpPr txBox="1"/>
          <p:nvPr>
            <p:ph idx="1" type="subTitle"/>
          </p:nvPr>
        </p:nvSpPr>
        <p:spPr>
          <a:xfrm>
            <a:off x="1262175" y="2702272"/>
            <a:ext cx="2890500" cy="141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0" name="Google Shape;160;p23"/>
          <p:cNvSpPr/>
          <p:nvPr/>
        </p:nvSpPr>
        <p:spPr>
          <a:xfrm rot="10800000">
            <a:off x="125" y="0"/>
            <a:ext cx="7167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61" name="Google Shape;161;p23"/>
          <p:cNvGrpSpPr/>
          <p:nvPr/>
        </p:nvGrpSpPr>
        <p:grpSpPr>
          <a:xfrm rot="10800000">
            <a:off x="0" y="363100"/>
            <a:ext cx="8860200" cy="4780400"/>
            <a:chOff x="283800" y="0"/>
            <a:chExt cx="8860200" cy="4780400"/>
          </a:xfrm>
        </p:grpSpPr>
        <p:cxnSp>
          <p:nvCxnSpPr>
            <p:cNvPr id="162" name="Google Shape;162;p23"/>
            <p:cNvCxnSpPr/>
            <p:nvPr/>
          </p:nvCxnSpPr>
          <p:spPr>
            <a:xfrm>
              <a:off x="4273200" y="4780400"/>
              <a:ext cx="4870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3" name="Google Shape;163;p23"/>
            <p:cNvCxnSpPr/>
            <p:nvPr/>
          </p:nvCxnSpPr>
          <p:spPr>
            <a:xfrm rot="10800000">
              <a:off x="283800" y="0"/>
              <a:ext cx="0" cy="413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4">
  <p:cSld name="CUSTOM_2_1_1_1_1_1_1_1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4"/>
          <p:cNvSpPr txBox="1"/>
          <p:nvPr>
            <p:ph type="title"/>
          </p:nvPr>
        </p:nvSpPr>
        <p:spPr>
          <a:xfrm>
            <a:off x="4746800" y="1023600"/>
            <a:ext cx="2630100" cy="1521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66" name="Google Shape;166;p24"/>
          <p:cNvSpPr txBox="1"/>
          <p:nvPr>
            <p:ph idx="1" type="subTitle"/>
          </p:nvPr>
        </p:nvSpPr>
        <p:spPr>
          <a:xfrm>
            <a:off x="4746800" y="2545055"/>
            <a:ext cx="2630100" cy="157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67" name="Google Shape;167;p24"/>
          <p:cNvGrpSpPr/>
          <p:nvPr/>
        </p:nvGrpSpPr>
        <p:grpSpPr>
          <a:xfrm flipH="1">
            <a:off x="0" y="0"/>
            <a:ext cx="9144075" cy="5143500"/>
            <a:chOff x="0" y="0"/>
            <a:chExt cx="9144075" cy="5143500"/>
          </a:xfrm>
        </p:grpSpPr>
        <p:grpSp>
          <p:nvGrpSpPr>
            <p:cNvPr id="168" name="Google Shape;168;p24"/>
            <p:cNvGrpSpPr/>
            <p:nvPr/>
          </p:nvGrpSpPr>
          <p:grpSpPr>
            <a:xfrm>
              <a:off x="0" y="0"/>
              <a:ext cx="9144075" cy="5143500"/>
              <a:chOff x="0" y="0"/>
              <a:chExt cx="9144075" cy="5143500"/>
            </a:xfrm>
          </p:grpSpPr>
          <p:sp>
            <p:nvSpPr>
              <p:cNvPr id="169" name="Google Shape;169;p24"/>
              <p:cNvSpPr/>
              <p:nvPr/>
            </p:nvSpPr>
            <p:spPr>
              <a:xfrm>
                <a:off x="4185975" y="4608575"/>
                <a:ext cx="4958100" cy="5292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0" name="Google Shape;170;p24"/>
              <p:cNvSpPr/>
              <p:nvPr/>
            </p:nvSpPr>
            <p:spPr>
              <a:xfrm>
                <a:off x="0" y="0"/>
                <a:ext cx="852900" cy="5143500"/>
              </a:xfrm>
              <a:prstGeom prst="rect">
                <a:avLst/>
              </a:prstGeom>
              <a:solidFill>
                <a:schemeClr val="dk2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171" name="Google Shape;171;p24"/>
            <p:cNvGrpSpPr/>
            <p:nvPr/>
          </p:nvGrpSpPr>
          <p:grpSpPr>
            <a:xfrm>
              <a:off x="150" y="539500"/>
              <a:ext cx="8430625" cy="4604000"/>
              <a:chOff x="150" y="539500"/>
              <a:chExt cx="8430625" cy="4604000"/>
            </a:xfrm>
          </p:grpSpPr>
          <p:cxnSp>
            <p:nvCxnSpPr>
              <p:cNvPr id="172" name="Google Shape;172;p24"/>
              <p:cNvCxnSpPr/>
              <p:nvPr/>
            </p:nvCxnSpPr>
            <p:spPr>
              <a:xfrm rot="10800000">
                <a:off x="8430775" y="805200"/>
                <a:ext cx="0" cy="433830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  <p:cxnSp>
            <p:nvCxnSpPr>
              <p:cNvPr id="173" name="Google Shape;173;p24"/>
              <p:cNvCxnSpPr/>
              <p:nvPr/>
            </p:nvCxnSpPr>
            <p:spPr>
              <a:xfrm rot="10800000">
                <a:off x="150" y="539500"/>
                <a:ext cx="4336800" cy="0"/>
              </a:xfrm>
              <a:prstGeom prst="straightConnector1">
                <a:avLst/>
              </a:prstGeom>
              <a:noFill/>
              <a:ln cap="flat" cmpd="sng" w="9525">
                <a:solidFill>
                  <a:schemeClr val="dk1"/>
                </a:solidFill>
                <a:prstDash val="solid"/>
                <a:round/>
                <a:headEnd len="med" w="med" type="none"/>
                <a:tailEnd len="med" w="med" type="none"/>
              </a:ln>
            </p:spPr>
          </p:cxnSp>
        </p:grp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CUSTOM_3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25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76" name="Google Shape;176;p25"/>
          <p:cNvSpPr txBox="1"/>
          <p:nvPr>
            <p:ph idx="1" type="body"/>
          </p:nvPr>
        </p:nvSpPr>
        <p:spPr>
          <a:xfrm>
            <a:off x="713225" y="1682875"/>
            <a:ext cx="3780900" cy="27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hivo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Chivo"/>
              <a:buChar char="■"/>
              <a:defRPr/>
            </a:lvl9pPr>
          </a:lstStyle>
          <a:p/>
        </p:txBody>
      </p:sp>
      <p:sp>
        <p:nvSpPr>
          <p:cNvPr id="177" name="Google Shape;177;p25"/>
          <p:cNvSpPr txBox="1"/>
          <p:nvPr>
            <p:ph idx="2" type="body"/>
          </p:nvPr>
        </p:nvSpPr>
        <p:spPr>
          <a:xfrm>
            <a:off x="4651325" y="1682875"/>
            <a:ext cx="3780900" cy="27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1150" lvl="0" marL="4572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Char char="■"/>
              <a:defRPr/>
            </a:lvl1pPr>
            <a:lvl2pPr indent="-317500" lvl="1" marL="9144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Font typeface="Chivo"/>
              <a:buChar char="○"/>
              <a:defRPr/>
            </a:lvl2pPr>
            <a:lvl3pPr indent="-317500" lvl="2" marL="1371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■"/>
              <a:defRPr/>
            </a:lvl3pPr>
            <a:lvl4pPr indent="-317500" lvl="3" marL="18288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●"/>
              <a:defRPr/>
            </a:lvl4pPr>
            <a:lvl5pPr indent="-317500" lvl="4" marL="22860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○"/>
              <a:defRPr/>
            </a:lvl5pPr>
            <a:lvl6pPr indent="-317500" lvl="5" marL="27432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■"/>
              <a:defRPr/>
            </a:lvl6pPr>
            <a:lvl7pPr indent="-317500" lvl="6" marL="32004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●"/>
              <a:defRPr/>
            </a:lvl7pPr>
            <a:lvl8pPr indent="-317500" lvl="7" marL="36576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400"/>
              <a:buFont typeface="Chivo"/>
              <a:buChar char="○"/>
              <a:defRPr/>
            </a:lvl8pPr>
            <a:lvl9pPr indent="-317500" lvl="8" marL="41148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400"/>
              <a:buFont typeface="Chivo"/>
              <a:buChar char="■"/>
              <a:defRPr/>
            </a:lvl9pPr>
          </a:lstStyle>
          <a:p/>
        </p:txBody>
      </p:sp>
      <p:sp>
        <p:nvSpPr>
          <p:cNvPr id="178" name="Google Shape;178;p25"/>
          <p:cNvSpPr txBox="1"/>
          <p:nvPr>
            <p:ph idx="3" type="subTitle"/>
          </p:nvPr>
        </p:nvSpPr>
        <p:spPr>
          <a:xfrm>
            <a:off x="713250" y="1217050"/>
            <a:ext cx="7717500" cy="40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9" name="Google Shape;179;p25"/>
          <p:cNvSpPr/>
          <p:nvPr/>
        </p:nvSpPr>
        <p:spPr>
          <a:xfrm flipH="1">
            <a:off x="713400" y="4876025"/>
            <a:ext cx="8430600" cy="26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0" name="Google Shape;180;p25"/>
          <p:cNvGrpSpPr/>
          <p:nvPr/>
        </p:nvGrpSpPr>
        <p:grpSpPr>
          <a:xfrm>
            <a:off x="283800" y="-4100"/>
            <a:ext cx="8576400" cy="5147625"/>
            <a:chOff x="283800" y="-4100"/>
            <a:chExt cx="8576400" cy="5147625"/>
          </a:xfrm>
        </p:grpSpPr>
        <p:cxnSp>
          <p:nvCxnSpPr>
            <p:cNvPr id="181" name="Google Shape;181;p25"/>
            <p:cNvCxnSpPr/>
            <p:nvPr/>
          </p:nvCxnSpPr>
          <p:spPr>
            <a:xfrm>
              <a:off x="8860200" y="2571925"/>
              <a:ext cx="0" cy="2571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82" name="Google Shape;182;p25"/>
            <p:cNvCxnSpPr/>
            <p:nvPr/>
          </p:nvCxnSpPr>
          <p:spPr>
            <a:xfrm>
              <a:off x="283800" y="-4100"/>
              <a:ext cx="0" cy="2575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CUSTOM_3_1"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6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85" name="Google Shape;185;p26"/>
          <p:cNvSpPr txBox="1"/>
          <p:nvPr>
            <p:ph idx="1" type="subTitle"/>
          </p:nvPr>
        </p:nvSpPr>
        <p:spPr>
          <a:xfrm>
            <a:off x="1106875" y="1964500"/>
            <a:ext cx="3200400" cy="18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6" name="Google Shape;186;p26"/>
          <p:cNvSpPr txBox="1"/>
          <p:nvPr>
            <p:ph idx="2" type="subTitle"/>
          </p:nvPr>
        </p:nvSpPr>
        <p:spPr>
          <a:xfrm>
            <a:off x="4836725" y="1964500"/>
            <a:ext cx="3200400" cy="1887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26"/>
          <p:cNvSpPr/>
          <p:nvPr/>
        </p:nvSpPr>
        <p:spPr>
          <a:xfrm rot="10800000">
            <a:off x="8860200" y="-26"/>
            <a:ext cx="28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88" name="Google Shape;188;p26"/>
          <p:cNvGrpSpPr/>
          <p:nvPr/>
        </p:nvGrpSpPr>
        <p:grpSpPr>
          <a:xfrm rot="10800000">
            <a:off x="-125" y="267450"/>
            <a:ext cx="9002225" cy="4876050"/>
            <a:chOff x="141900" y="-26"/>
            <a:chExt cx="9002225" cy="4876050"/>
          </a:xfrm>
        </p:grpSpPr>
        <p:cxnSp>
          <p:nvCxnSpPr>
            <p:cNvPr id="189" name="Google Shape;189;p26"/>
            <p:cNvCxnSpPr/>
            <p:nvPr/>
          </p:nvCxnSpPr>
          <p:spPr>
            <a:xfrm>
              <a:off x="7404125" y="4876024"/>
              <a:ext cx="1740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90" name="Google Shape;190;p26"/>
            <p:cNvCxnSpPr/>
            <p:nvPr/>
          </p:nvCxnSpPr>
          <p:spPr>
            <a:xfrm rot="10800000">
              <a:off x="141900" y="-26"/>
              <a:ext cx="0" cy="3958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4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7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193" name="Google Shape;193;p27"/>
          <p:cNvSpPr txBox="1"/>
          <p:nvPr>
            <p:ph idx="1" type="subTitle"/>
          </p:nvPr>
        </p:nvSpPr>
        <p:spPr>
          <a:xfrm>
            <a:off x="713263" y="3406527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27"/>
          <p:cNvSpPr txBox="1"/>
          <p:nvPr>
            <p:ph idx="2" type="subTitle"/>
          </p:nvPr>
        </p:nvSpPr>
        <p:spPr>
          <a:xfrm>
            <a:off x="713263" y="2785375"/>
            <a:ext cx="24003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195" name="Google Shape;195;p27"/>
          <p:cNvSpPr txBox="1"/>
          <p:nvPr>
            <p:ph idx="3" type="subTitle"/>
          </p:nvPr>
        </p:nvSpPr>
        <p:spPr>
          <a:xfrm>
            <a:off x="6030438" y="3406527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6" name="Google Shape;196;p27"/>
          <p:cNvSpPr txBox="1"/>
          <p:nvPr>
            <p:ph idx="4" type="subTitle"/>
          </p:nvPr>
        </p:nvSpPr>
        <p:spPr>
          <a:xfrm>
            <a:off x="6030438" y="2782400"/>
            <a:ext cx="24003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197" name="Google Shape;197;p27"/>
          <p:cNvSpPr txBox="1"/>
          <p:nvPr>
            <p:ph idx="5" type="subTitle"/>
          </p:nvPr>
        </p:nvSpPr>
        <p:spPr>
          <a:xfrm>
            <a:off x="3371850" y="3406527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8" name="Google Shape;198;p27"/>
          <p:cNvSpPr txBox="1"/>
          <p:nvPr>
            <p:ph idx="6" type="subTitle"/>
          </p:nvPr>
        </p:nvSpPr>
        <p:spPr>
          <a:xfrm>
            <a:off x="3371850" y="2782400"/>
            <a:ext cx="2400300" cy="55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 1">
  <p:cSld name="CUSTOM_5"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8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201" name="Google Shape;201;p28"/>
          <p:cNvSpPr txBox="1"/>
          <p:nvPr>
            <p:ph idx="1" type="subTitle"/>
          </p:nvPr>
        </p:nvSpPr>
        <p:spPr>
          <a:xfrm>
            <a:off x="865625" y="3694227"/>
            <a:ext cx="22626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28"/>
          <p:cNvSpPr txBox="1"/>
          <p:nvPr>
            <p:ph idx="2" type="subTitle"/>
          </p:nvPr>
        </p:nvSpPr>
        <p:spPr>
          <a:xfrm>
            <a:off x="865625" y="3103975"/>
            <a:ext cx="22626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03" name="Google Shape;203;p28"/>
          <p:cNvSpPr txBox="1"/>
          <p:nvPr>
            <p:ph idx="3" type="subTitle"/>
          </p:nvPr>
        </p:nvSpPr>
        <p:spPr>
          <a:xfrm>
            <a:off x="6015775" y="3694227"/>
            <a:ext cx="22626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28"/>
          <p:cNvSpPr txBox="1"/>
          <p:nvPr>
            <p:ph idx="4" type="subTitle"/>
          </p:nvPr>
        </p:nvSpPr>
        <p:spPr>
          <a:xfrm>
            <a:off x="6015775" y="3103975"/>
            <a:ext cx="22626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05" name="Google Shape;205;p28"/>
          <p:cNvSpPr txBox="1"/>
          <p:nvPr>
            <p:ph idx="5" type="subTitle"/>
          </p:nvPr>
        </p:nvSpPr>
        <p:spPr>
          <a:xfrm>
            <a:off x="3440700" y="3694227"/>
            <a:ext cx="2262600" cy="6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28"/>
          <p:cNvSpPr txBox="1"/>
          <p:nvPr>
            <p:ph idx="6" type="subTitle"/>
          </p:nvPr>
        </p:nvSpPr>
        <p:spPr>
          <a:xfrm>
            <a:off x="3440700" y="3103975"/>
            <a:ext cx="22626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07" name="Google Shape;207;p28"/>
          <p:cNvSpPr/>
          <p:nvPr/>
        </p:nvSpPr>
        <p:spPr>
          <a:xfrm>
            <a:off x="0" y="4876025"/>
            <a:ext cx="9144000" cy="26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08" name="Google Shape;208;p28"/>
          <p:cNvGrpSpPr/>
          <p:nvPr/>
        </p:nvGrpSpPr>
        <p:grpSpPr>
          <a:xfrm>
            <a:off x="283800" y="-48"/>
            <a:ext cx="8860200" cy="5009873"/>
            <a:chOff x="283800" y="-48"/>
            <a:chExt cx="8860200" cy="5009873"/>
          </a:xfrm>
        </p:grpSpPr>
        <p:cxnSp>
          <p:nvCxnSpPr>
            <p:cNvPr id="209" name="Google Shape;209;p28"/>
            <p:cNvCxnSpPr/>
            <p:nvPr/>
          </p:nvCxnSpPr>
          <p:spPr>
            <a:xfrm>
              <a:off x="4572000" y="5009825"/>
              <a:ext cx="4572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10" name="Google Shape;210;p28"/>
            <p:cNvCxnSpPr/>
            <p:nvPr/>
          </p:nvCxnSpPr>
          <p:spPr>
            <a:xfrm rot="10800000">
              <a:off x="283800" y="-48"/>
              <a:ext cx="0" cy="29193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6"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29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213" name="Google Shape;213;p29"/>
          <p:cNvSpPr txBox="1"/>
          <p:nvPr>
            <p:ph idx="1" type="subTitle"/>
          </p:nvPr>
        </p:nvSpPr>
        <p:spPr>
          <a:xfrm>
            <a:off x="1877250" y="1850002"/>
            <a:ext cx="23187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4" name="Google Shape;214;p29"/>
          <p:cNvSpPr txBox="1"/>
          <p:nvPr>
            <p:ph idx="2" type="subTitle"/>
          </p:nvPr>
        </p:nvSpPr>
        <p:spPr>
          <a:xfrm>
            <a:off x="1877250" y="1375200"/>
            <a:ext cx="23187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15" name="Google Shape;215;p29"/>
          <p:cNvSpPr txBox="1"/>
          <p:nvPr>
            <p:ph idx="3" type="subTitle"/>
          </p:nvPr>
        </p:nvSpPr>
        <p:spPr>
          <a:xfrm>
            <a:off x="1877250" y="3515601"/>
            <a:ext cx="23187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29"/>
          <p:cNvSpPr txBox="1"/>
          <p:nvPr>
            <p:ph idx="4" type="subTitle"/>
          </p:nvPr>
        </p:nvSpPr>
        <p:spPr>
          <a:xfrm>
            <a:off x="1877250" y="3040799"/>
            <a:ext cx="23187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17" name="Google Shape;217;p29"/>
          <p:cNvSpPr txBox="1"/>
          <p:nvPr>
            <p:ph idx="5" type="subTitle"/>
          </p:nvPr>
        </p:nvSpPr>
        <p:spPr>
          <a:xfrm>
            <a:off x="6112075" y="1850002"/>
            <a:ext cx="23187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8" name="Google Shape;218;p29"/>
          <p:cNvSpPr txBox="1"/>
          <p:nvPr>
            <p:ph idx="6" type="subTitle"/>
          </p:nvPr>
        </p:nvSpPr>
        <p:spPr>
          <a:xfrm>
            <a:off x="6112075" y="1375200"/>
            <a:ext cx="23187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19" name="Google Shape;219;p29"/>
          <p:cNvSpPr txBox="1"/>
          <p:nvPr>
            <p:ph idx="7" type="subTitle"/>
          </p:nvPr>
        </p:nvSpPr>
        <p:spPr>
          <a:xfrm>
            <a:off x="6112075" y="3515601"/>
            <a:ext cx="23187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0" name="Google Shape;220;p29"/>
          <p:cNvSpPr txBox="1"/>
          <p:nvPr>
            <p:ph idx="8" type="subTitle"/>
          </p:nvPr>
        </p:nvSpPr>
        <p:spPr>
          <a:xfrm>
            <a:off x="6112075" y="3040799"/>
            <a:ext cx="23187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21" name="Google Shape;221;p29"/>
          <p:cNvSpPr/>
          <p:nvPr/>
        </p:nvSpPr>
        <p:spPr>
          <a:xfrm flipH="1">
            <a:off x="8860200" y="0"/>
            <a:ext cx="28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22" name="Google Shape;222;p29"/>
          <p:cNvCxnSpPr/>
          <p:nvPr/>
        </p:nvCxnSpPr>
        <p:spPr>
          <a:xfrm rot="10800000">
            <a:off x="9002100" y="-26"/>
            <a:ext cx="0" cy="39585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ive columns">
  <p:cSld name="CUSTOM_6_1"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0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225" name="Google Shape;225;p30"/>
          <p:cNvSpPr txBox="1"/>
          <p:nvPr>
            <p:ph idx="1" type="subTitle"/>
          </p:nvPr>
        </p:nvSpPr>
        <p:spPr>
          <a:xfrm>
            <a:off x="713250" y="3515601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6" name="Google Shape;226;p30"/>
          <p:cNvSpPr txBox="1"/>
          <p:nvPr>
            <p:ph idx="2" type="subTitle"/>
          </p:nvPr>
        </p:nvSpPr>
        <p:spPr>
          <a:xfrm>
            <a:off x="713250" y="3040799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27" name="Google Shape;227;p30"/>
          <p:cNvSpPr txBox="1"/>
          <p:nvPr>
            <p:ph idx="3" type="subTitle"/>
          </p:nvPr>
        </p:nvSpPr>
        <p:spPr>
          <a:xfrm>
            <a:off x="6030450" y="3515601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30"/>
          <p:cNvSpPr txBox="1"/>
          <p:nvPr>
            <p:ph idx="4" type="subTitle"/>
          </p:nvPr>
        </p:nvSpPr>
        <p:spPr>
          <a:xfrm>
            <a:off x="6030450" y="3040799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29" name="Google Shape;229;p30"/>
          <p:cNvSpPr txBox="1"/>
          <p:nvPr>
            <p:ph idx="5" type="subTitle"/>
          </p:nvPr>
        </p:nvSpPr>
        <p:spPr>
          <a:xfrm>
            <a:off x="3371850" y="3515601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30"/>
          <p:cNvSpPr txBox="1"/>
          <p:nvPr>
            <p:ph idx="6" type="subTitle"/>
          </p:nvPr>
        </p:nvSpPr>
        <p:spPr>
          <a:xfrm>
            <a:off x="3371850" y="3040799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31" name="Google Shape;231;p30"/>
          <p:cNvSpPr txBox="1"/>
          <p:nvPr>
            <p:ph idx="7" type="subTitle"/>
          </p:nvPr>
        </p:nvSpPr>
        <p:spPr>
          <a:xfrm>
            <a:off x="2042531" y="1850002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2" name="Google Shape;232;p30"/>
          <p:cNvSpPr txBox="1"/>
          <p:nvPr>
            <p:ph idx="8" type="subTitle"/>
          </p:nvPr>
        </p:nvSpPr>
        <p:spPr>
          <a:xfrm>
            <a:off x="2042531" y="1375200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33" name="Google Shape;233;p30"/>
          <p:cNvSpPr txBox="1"/>
          <p:nvPr>
            <p:ph idx="9" type="subTitle"/>
          </p:nvPr>
        </p:nvSpPr>
        <p:spPr>
          <a:xfrm>
            <a:off x="4701169" y="1850002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4" name="Google Shape;234;p30"/>
          <p:cNvSpPr txBox="1"/>
          <p:nvPr>
            <p:ph idx="13" type="subTitle"/>
          </p:nvPr>
        </p:nvSpPr>
        <p:spPr>
          <a:xfrm>
            <a:off x="4701169" y="1375200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35" name="Google Shape;235;p30"/>
          <p:cNvSpPr/>
          <p:nvPr/>
        </p:nvSpPr>
        <p:spPr>
          <a:xfrm>
            <a:off x="0" y="4876025"/>
            <a:ext cx="8430600" cy="2676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36" name="Google Shape;236;p30"/>
          <p:cNvGrpSpPr/>
          <p:nvPr/>
        </p:nvGrpSpPr>
        <p:grpSpPr>
          <a:xfrm flipH="1">
            <a:off x="283800" y="-4100"/>
            <a:ext cx="8576400" cy="5147625"/>
            <a:chOff x="283800" y="-4100"/>
            <a:chExt cx="8576400" cy="5147625"/>
          </a:xfrm>
        </p:grpSpPr>
        <p:cxnSp>
          <p:nvCxnSpPr>
            <p:cNvPr id="237" name="Google Shape;237;p30"/>
            <p:cNvCxnSpPr/>
            <p:nvPr/>
          </p:nvCxnSpPr>
          <p:spPr>
            <a:xfrm>
              <a:off x="8860200" y="2571925"/>
              <a:ext cx="0" cy="25716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38" name="Google Shape;238;p30"/>
            <p:cNvCxnSpPr/>
            <p:nvPr/>
          </p:nvCxnSpPr>
          <p:spPr>
            <a:xfrm>
              <a:off x="283800" y="-4100"/>
              <a:ext cx="0" cy="25758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_1"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31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100"/>
              <a:buNone/>
              <a:defRPr/>
            </a:lvl9pPr>
          </a:lstStyle>
          <a:p/>
        </p:txBody>
      </p:sp>
      <p:sp>
        <p:nvSpPr>
          <p:cNvPr id="241" name="Google Shape;241;p31"/>
          <p:cNvSpPr txBox="1"/>
          <p:nvPr>
            <p:ph idx="1" type="subTitle"/>
          </p:nvPr>
        </p:nvSpPr>
        <p:spPr>
          <a:xfrm>
            <a:off x="713244" y="3515601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31"/>
          <p:cNvSpPr txBox="1"/>
          <p:nvPr>
            <p:ph idx="2" type="subTitle"/>
          </p:nvPr>
        </p:nvSpPr>
        <p:spPr>
          <a:xfrm>
            <a:off x="713244" y="3040799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43" name="Google Shape;243;p31"/>
          <p:cNvSpPr txBox="1"/>
          <p:nvPr>
            <p:ph idx="3" type="subTitle"/>
          </p:nvPr>
        </p:nvSpPr>
        <p:spPr>
          <a:xfrm>
            <a:off x="6030456" y="3515601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4" name="Google Shape;244;p31"/>
          <p:cNvSpPr txBox="1"/>
          <p:nvPr>
            <p:ph idx="4" type="subTitle"/>
          </p:nvPr>
        </p:nvSpPr>
        <p:spPr>
          <a:xfrm>
            <a:off x="6030456" y="3040799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45" name="Google Shape;245;p31"/>
          <p:cNvSpPr txBox="1"/>
          <p:nvPr>
            <p:ph idx="5" type="subTitle"/>
          </p:nvPr>
        </p:nvSpPr>
        <p:spPr>
          <a:xfrm>
            <a:off x="3371850" y="3515601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6" name="Google Shape;246;p31"/>
          <p:cNvSpPr txBox="1"/>
          <p:nvPr>
            <p:ph idx="6" type="subTitle"/>
          </p:nvPr>
        </p:nvSpPr>
        <p:spPr>
          <a:xfrm>
            <a:off x="3371850" y="3040799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47" name="Google Shape;247;p31"/>
          <p:cNvSpPr txBox="1"/>
          <p:nvPr>
            <p:ph idx="7" type="subTitle"/>
          </p:nvPr>
        </p:nvSpPr>
        <p:spPr>
          <a:xfrm>
            <a:off x="713244" y="1850002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31"/>
          <p:cNvSpPr txBox="1"/>
          <p:nvPr>
            <p:ph idx="8" type="subTitle"/>
          </p:nvPr>
        </p:nvSpPr>
        <p:spPr>
          <a:xfrm>
            <a:off x="713244" y="1375200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49" name="Google Shape;249;p31"/>
          <p:cNvSpPr txBox="1"/>
          <p:nvPr>
            <p:ph idx="9" type="subTitle"/>
          </p:nvPr>
        </p:nvSpPr>
        <p:spPr>
          <a:xfrm>
            <a:off x="3371850" y="1850002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31"/>
          <p:cNvSpPr txBox="1"/>
          <p:nvPr>
            <p:ph idx="13" type="subTitle"/>
          </p:nvPr>
        </p:nvSpPr>
        <p:spPr>
          <a:xfrm>
            <a:off x="3371850" y="1375200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51" name="Google Shape;251;p31"/>
          <p:cNvSpPr txBox="1"/>
          <p:nvPr>
            <p:ph idx="14" type="subTitle"/>
          </p:nvPr>
        </p:nvSpPr>
        <p:spPr>
          <a:xfrm>
            <a:off x="6030456" y="1850002"/>
            <a:ext cx="2400300" cy="89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31"/>
          <p:cNvSpPr txBox="1"/>
          <p:nvPr>
            <p:ph idx="15" type="subTitle"/>
          </p:nvPr>
        </p:nvSpPr>
        <p:spPr>
          <a:xfrm>
            <a:off x="6030456" y="1375200"/>
            <a:ext cx="2400300" cy="52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200">
                <a:latin typeface="Golos Text"/>
                <a:ea typeface="Golos Text"/>
                <a:cs typeface="Golos Text"/>
                <a:sym typeface="Golos Text"/>
              </a:defRPr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2400"/>
              <a:buFont typeface="Golos Text SemiBold"/>
              <a:buNone/>
              <a:defRPr sz="2400">
                <a:latin typeface="Golos Text SemiBold"/>
                <a:ea typeface="Golos Text SemiBold"/>
                <a:cs typeface="Golos Text SemiBold"/>
                <a:sym typeface="Golos Text SemiBold"/>
              </a:defRPr>
            </a:lvl9pPr>
          </a:lstStyle>
          <a:p/>
        </p:txBody>
      </p:sp>
      <p:sp>
        <p:nvSpPr>
          <p:cNvPr id="253" name="Google Shape;253;p31"/>
          <p:cNvSpPr/>
          <p:nvPr/>
        </p:nvSpPr>
        <p:spPr>
          <a:xfrm flipH="1" rot="10800000">
            <a:off x="25" y="-26"/>
            <a:ext cx="2838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54" name="Google Shape;254;p31"/>
          <p:cNvGrpSpPr/>
          <p:nvPr/>
        </p:nvGrpSpPr>
        <p:grpSpPr>
          <a:xfrm flipH="1" rot="10800000">
            <a:off x="141925" y="267450"/>
            <a:ext cx="9001950" cy="4876050"/>
            <a:chOff x="141900" y="-26"/>
            <a:chExt cx="9001950" cy="4876050"/>
          </a:xfrm>
        </p:grpSpPr>
        <p:cxnSp>
          <p:nvCxnSpPr>
            <p:cNvPr id="255" name="Google Shape;255;p31"/>
            <p:cNvCxnSpPr/>
            <p:nvPr/>
          </p:nvCxnSpPr>
          <p:spPr>
            <a:xfrm>
              <a:off x="7907850" y="4876024"/>
              <a:ext cx="12360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56" name="Google Shape;256;p31"/>
            <p:cNvCxnSpPr/>
            <p:nvPr/>
          </p:nvCxnSpPr>
          <p:spPr>
            <a:xfrm rot="10800000">
              <a:off x="141900" y="-26"/>
              <a:ext cx="0" cy="39585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8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32"/>
          <p:cNvSpPr txBox="1"/>
          <p:nvPr>
            <p:ph type="title"/>
          </p:nvPr>
        </p:nvSpPr>
        <p:spPr>
          <a:xfrm>
            <a:off x="2654700" y="530250"/>
            <a:ext cx="3834600" cy="11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72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2pPr>
            <a:lvl3pPr lvl="2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3pPr>
            <a:lvl4pPr lvl="3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4pPr>
            <a:lvl5pPr lvl="4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5pPr>
            <a:lvl6pPr lvl="5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6pPr>
            <a:lvl7pPr lvl="6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7pPr>
            <a:lvl8pPr lvl="7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8pPr>
            <a:lvl9pPr lvl="8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9pPr>
          </a:lstStyle>
          <a:p/>
        </p:txBody>
      </p:sp>
      <p:sp>
        <p:nvSpPr>
          <p:cNvPr id="259" name="Google Shape;259;p32"/>
          <p:cNvSpPr txBox="1"/>
          <p:nvPr>
            <p:ph idx="1" type="subTitle"/>
          </p:nvPr>
        </p:nvSpPr>
        <p:spPr>
          <a:xfrm>
            <a:off x="2654700" y="2342156"/>
            <a:ext cx="3834600" cy="97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55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650"/>
              <a:buNone/>
              <a:defRPr b="1" sz="1650"/>
            </a:lvl9pPr>
          </a:lstStyle>
          <a:p/>
        </p:txBody>
      </p:sp>
      <p:sp>
        <p:nvSpPr>
          <p:cNvPr id="260" name="Google Shape;260;p32"/>
          <p:cNvSpPr txBox="1"/>
          <p:nvPr>
            <p:ph idx="2" type="subTitle"/>
          </p:nvPr>
        </p:nvSpPr>
        <p:spPr>
          <a:xfrm>
            <a:off x="2654700" y="4111851"/>
            <a:ext cx="3834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sz="1000"/>
            </a:lvl1pPr>
            <a:lvl2pPr lvl="1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2pPr>
            <a:lvl3pPr lvl="2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3pPr>
            <a:lvl4pPr lvl="3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4pPr>
            <a:lvl5pPr lvl="4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5pPr>
            <a:lvl6pPr lvl="5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6pPr>
            <a:lvl7pPr lvl="6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7pPr>
            <a:lvl8pPr lvl="7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8pPr>
            <a:lvl9pPr lvl="8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 b="1" sz="1300"/>
            </a:lvl9pPr>
          </a:lstStyle>
          <a:p/>
        </p:txBody>
      </p:sp>
      <p:grpSp>
        <p:nvGrpSpPr>
          <p:cNvPr id="261" name="Google Shape;261;p32"/>
          <p:cNvGrpSpPr/>
          <p:nvPr/>
        </p:nvGrpSpPr>
        <p:grpSpPr>
          <a:xfrm>
            <a:off x="713688" y="2579400"/>
            <a:ext cx="8430488" cy="2564100"/>
            <a:chOff x="713688" y="2579400"/>
            <a:chExt cx="8430488" cy="2564100"/>
          </a:xfrm>
        </p:grpSpPr>
        <p:cxnSp>
          <p:nvCxnSpPr>
            <p:cNvPr id="262" name="Google Shape;262;p32"/>
            <p:cNvCxnSpPr/>
            <p:nvPr/>
          </p:nvCxnSpPr>
          <p:spPr>
            <a:xfrm>
              <a:off x="2839075" y="4876025"/>
              <a:ext cx="63051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63" name="Google Shape;263;p32"/>
            <p:cNvCxnSpPr/>
            <p:nvPr/>
          </p:nvCxnSpPr>
          <p:spPr>
            <a:xfrm rot="10800000">
              <a:off x="713688" y="2579400"/>
              <a:ext cx="0" cy="25641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64" name="Google Shape;264;p32"/>
          <p:cNvSpPr txBox="1"/>
          <p:nvPr/>
        </p:nvSpPr>
        <p:spPr>
          <a:xfrm>
            <a:off x="2654700" y="3304597"/>
            <a:ext cx="3834600" cy="794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n" sz="12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Credits: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rPr>
              <a:t>, and includes icons, infographics &amp; images by </a:t>
            </a:r>
            <a:r>
              <a:rPr b="1" lang="en" sz="1200" u="sng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</a:t>
            </a:r>
            <a:r>
              <a:rPr b="1" lang="en" sz="1200" u="sng"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k</a:t>
            </a:r>
            <a:endParaRPr sz="1200">
              <a:solidFill>
                <a:schemeClr val="dk1"/>
              </a:solidFill>
              <a:latin typeface="Commissioner"/>
              <a:ea typeface="Commissioner"/>
              <a:cs typeface="Commissioner"/>
              <a:sym typeface="Commissioner"/>
            </a:endParaRP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66" name="Google Shape;266;p33"/>
          <p:cNvCxnSpPr/>
          <p:nvPr/>
        </p:nvCxnSpPr>
        <p:spPr>
          <a:xfrm rot="10800000">
            <a:off x="9002100" y="-100"/>
            <a:ext cx="0" cy="26526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67" name="Google Shape;267;p33"/>
          <p:cNvSpPr/>
          <p:nvPr/>
        </p:nvSpPr>
        <p:spPr>
          <a:xfrm>
            <a:off x="8291100" y="0"/>
            <a:ext cx="8529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268" name="Google Shape;268;p33"/>
          <p:cNvCxnSpPr/>
          <p:nvPr/>
        </p:nvCxnSpPr>
        <p:spPr>
          <a:xfrm>
            <a:off x="4273200" y="4876025"/>
            <a:ext cx="4870800" cy="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69" name="Google Shape;269;p33"/>
          <p:cNvCxnSpPr/>
          <p:nvPr/>
        </p:nvCxnSpPr>
        <p:spPr>
          <a:xfrm rot="10800000">
            <a:off x="711250" y="0"/>
            <a:ext cx="0" cy="4131000"/>
          </a:xfrm>
          <a:prstGeom prst="straightConnector1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0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34"/>
          <p:cNvSpPr/>
          <p:nvPr/>
        </p:nvSpPr>
        <p:spPr>
          <a:xfrm rot="10800000">
            <a:off x="125" y="0"/>
            <a:ext cx="716700" cy="51435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272" name="Google Shape;272;p34"/>
          <p:cNvGrpSpPr/>
          <p:nvPr/>
        </p:nvGrpSpPr>
        <p:grpSpPr>
          <a:xfrm rot="10800000">
            <a:off x="0" y="363100"/>
            <a:ext cx="8860200" cy="4780400"/>
            <a:chOff x="283800" y="0"/>
            <a:chExt cx="8860200" cy="4780400"/>
          </a:xfrm>
        </p:grpSpPr>
        <p:cxnSp>
          <p:nvCxnSpPr>
            <p:cNvPr id="273" name="Google Shape;273;p34"/>
            <p:cNvCxnSpPr/>
            <p:nvPr/>
          </p:nvCxnSpPr>
          <p:spPr>
            <a:xfrm>
              <a:off x="4273200" y="4780400"/>
              <a:ext cx="4870800" cy="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274" name="Google Shape;274;p34"/>
            <p:cNvCxnSpPr/>
            <p:nvPr/>
          </p:nvCxnSpPr>
          <p:spPr>
            <a:xfrm rot="10800000">
              <a:off x="283800" y="0"/>
              <a:ext cx="0" cy="413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34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100"/>
              <a:buFont typeface="Golos Text"/>
              <a:buNone/>
              <a:defRPr sz="310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297400"/>
            <a:ext cx="7717500" cy="32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●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○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■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●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○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■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●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mmissioner"/>
              <a:buChar char="○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Commissioner"/>
              <a:buChar char="■"/>
              <a:defRPr>
                <a:solidFill>
                  <a:schemeClr val="dk1"/>
                </a:solidFill>
                <a:latin typeface="Commissioner"/>
                <a:ea typeface="Commissioner"/>
                <a:cs typeface="Commissioner"/>
                <a:sym typeface="Commissioner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hyperlink" Target="https://pages.cs.wisc.edu/~chaol/data/cs777/stam-stable_fluids.pdf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6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7.xml"/><Relationship Id="rId2" Type="http://schemas.openxmlformats.org/officeDocument/2006/relationships/notesSlide" Target="../notesSlides/notesSlide18.xml"/><Relationship Id="rId3" Type="http://schemas.openxmlformats.org/officeDocument/2006/relationships/hyperlink" Target="http://drive.google.com/file/d/1eeUPMV80TWpnl6UoIkhl-i2D30ehHzes/view" TargetMode="External"/><Relationship Id="rId4" Type="http://schemas.openxmlformats.org/officeDocument/2006/relationships/image" Target="../media/image1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github.com/sorrtory-vercel/stable-fluids-webgpu" TargetMode="Externa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5"/>
          <p:cNvSpPr txBox="1"/>
          <p:nvPr>
            <p:ph type="ctrTitle"/>
          </p:nvPr>
        </p:nvSpPr>
        <p:spPr>
          <a:xfrm>
            <a:off x="713225" y="1014550"/>
            <a:ext cx="5602200" cy="221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/>
              <a:t>Курсовая работа</a:t>
            </a:r>
            <a:endParaRPr sz="4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accent2"/>
                </a:solidFill>
              </a:rPr>
              <a:t>Визуализация течения жидкости с</a:t>
            </a:r>
            <a:endParaRPr sz="3000">
              <a:solidFill>
                <a:schemeClr val="accen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>
                <a:solidFill>
                  <a:schemeClr val="accent2"/>
                </a:solidFill>
              </a:rPr>
              <a:t>использованием WebGPU</a:t>
            </a:r>
            <a:endParaRPr sz="3000">
              <a:solidFill>
                <a:schemeClr val="accent2"/>
              </a:solidFill>
            </a:endParaRPr>
          </a:p>
        </p:txBody>
      </p:sp>
      <p:sp>
        <p:nvSpPr>
          <p:cNvPr id="280" name="Google Shape;280;p35"/>
          <p:cNvSpPr txBox="1"/>
          <p:nvPr>
            <p:ph idx="1" type="subTitle"/>
          </p:nvPr>
        </p:nvSpPr>
        <p:spPr>
          <a:xfrm>
            <a:off x="713225" y="3315975"/>
            <a:ext cx="5602200" cy="726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Студент			Федуков А. А. 	(ИУ9-52Б)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Руководитель	 	Царев А. С.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36"/>
          <p:cNvSpPr txBox="1"/>
          <p:nvPr>
            <p:ph type="title"/>
          </p:nvPr>
        </p:nvSpPr>
        <p:spPr>
          <a:xfrm>
            <a:off x="1962900" y="829786"/>
            <a:ext cx="5218200" cy="1338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Введение</a:t>
            </a:r>
            <a:endParaRPr/>
          </a:p>
        </p:txBody>
      </p:sp>
      <p:sp>
        <p:nvSpPr>
          <p:cNvPr id="286" name="Google Shape;286;p36"/>
          <p:cNvSpPr txBox="1"/>
          <p:nvPr>
            <p:ph idx="1" type="subTitle"/>
          </p:nvPr>
        </p:nvSpPr>
        <p:spPr>
          <a:xfrm>
            <a:off x="1962900" y="2282714"/>
            <a:ext cx="5218200" cy="2031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Визуализация течения жидкости — вычислительно сложная задача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</a:t>
            </a:r>
            <a:r>
              <a:rPr lang="en"/>
              <a:t> Выберем алгоритм визуализации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 Реализуем при помощи WebGPU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Цель: </a:t>
            </a:r>
            <a:r>
              <a:rPr lang="en"/>
              <a:t>реализовать интерактивную 2D симуляцию жидкости в веб-приложении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1" name="Google Shape;291;p37"/>
          <p:cNvGrpSpPr/>
          <p:nvPr/>
        </p:nvGrpSpPr>
        <p:grpSpPr>
          <a:xfrm>
            <a:off x="0" y="0"/>
            <a:ext cx="2473800" cy="4131000"/>
            <a:chOff x="0" y="0"/>
            <a:chExt cx="2473800" cy="4131000"/>
          </a:xfrm>
        </p:grpSpPr>
        <p:sp>
          <p:nvSpPr>
            <p:cNvPr id="292" name="Google Shape;292;p37"/>
            <p:cNvSpPr/>
            <p:nvPr/>
          </p:nvSpPr>
          <p:spPr>
            <a:xfrm>
              <a:off x="0" y="1012500"/>
              <a:ext cx="2473800" cy="870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293" name="Google Shape;293;p37"/>
            <p:cNvCxnSpPr/>
            <p:nvPr/>
          </p:nvCxnSpPr>
          <p:spPr>
            <a:xfrm rot="10800000">
              <a:off x="711250" y="0"/>
              <a:ext cx="0" cy="413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294" name="Google Shape;294;p37"/>
          <p:cNvSpPr txBox="1"/>
          <p:nvPr>
            <p:ph type="title"/>
          </p:nvPr>
        </p:nvSpPr>
        <p:spPr>
          <a:xfrm>
            <a:off x="1512075" y="2036300"/>
            <a:ext cx="4944900" cy="14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Изучение предметной области</a:t>
            </a:r>
            <a:endParaRPr/>
          </a:p>
        </p:txBody>
      </p:sp>
      <p:sp>
        <p:nvSpPr>
          <p:cNvPr id="295" name="Google Shape;295;p37"/>
          <p:cNvSpPr txBox="1"/>
          <p:nvPr>
            <p:ph idx="2" type="title"/>
          </p:nvPr>
        </p:nvSpPr>
        <p:spPr>
          <a:xfrm>
            <a:off x="1512075" y="1012500"/>
            <a:ext cx="1076100" cy="87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296" name="Google Shape;296;p37"/>
          <p:cNvSpPr txBox="1"/>
          <p:nvPr>
            <p:ph idx="1" type="subTitle"/>
          </p:nvPr>
        </p:nvSpPr>
        <p:spPr>
          <a:xfrm>
            <a:off x="1512075" y="3573275"/>
            <a:ext cx="4944900" cy="6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8"/>
          <p:cNvSpPr txBox="1"/>
          <p:nvPr>
            <p:ph idx="1" type="subTitle"/>
          </p:nvPr>
        </p:nvSpPr>
        <p:spPr>
          <a:xfrm>
            <a:off x="948325" y="2112038"/>
            <a:ext cx="4863300" cy="18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По подходу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 Э</a:t>
            </a:r>
            <a:r>
              <a:rPr lang="en"/>
              <a:t>йлеровы (сетка)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 Лагранжевы (частицы)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 Г</a:t>
            </a:r>
            <a:r>
              <a:rPr lang="en"/>
              <a:t>и</a:t>
            </a:r>
            <a:r>
              <a:rPr lang="en"/>
              <a:t>бридные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По цели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Физически обоснованные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Эвристические</a:t>
            </a:r>
            <a:endParaRPr/>
          </a:p>
        </p:txBody>
      </p:sp>
      <p:sp>
        <p:nvSpPr>
          <p:cNvPr id="302" name="Google Shape;302;p38"/>
          <p:cNvSpPr txBox="1"/>
          <p:nvPr>
            <p:ph type="title"/>
          </p:nvPr>
        </p:nvSpPr>
        <p:spPr>
          <a:xfrm>
            <a:off x="948325" y="1185562"/>
            <a:ext cx="4863300" cy="80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Подходы к симуляции жидкости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7" name="Google Shape;307;p39"/>
          <p:cNvGrpSpPr/>
          <p:nvPr/>
        </p:nvGrpSpPr>
        <p:grpSpPr>
          <a:xfrm>
            <a:off x="0" y="0"/>
            <a:ext cx="2473800" cy="4131000"/>
            <a:chOff x="0" y="0"/>
            <a:chExt cx="2473800" cy="4131000"/>
          </a:xfrm>
        </p:grpSpPr>
        <p:sp>
          <p:nvSpPr>
            <p:cNvPr id="308" name="Google Shape;308;p39"/>
            <p:cNvSpPr/>
            <p:nvPr/>
          </p:nvSpPr>
          <p:spPr>
            <a:xfrm>
              <a:off x="0" y="1012500"/>
              <a:ext cx="2473800" cy="870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09" name="Google Shape;309;p39"/>
            <p:cNvCxnSpPr/>
            <p:nvPr/>
          </p:nvCxnSpPr>
          <p:spPr>
            <a:xfrm rot="10800000">
              <a:off x="711250" y="0"/>
              <a:ext cx="0" cy="413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10" name="Google Shape;310;p39"/>
          <p:cNvSpPr txBox="1"/>
          <p:nvPr>
            <p:ph type="title"/>
          </p:nvPr>
        </p:nvSpPr>
        <p:spPr>
          <a:xfrm>
            <a:off x="1512075" y="2036300"/>
            <a:ext cx="4944900" cy="14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Выбор алгоритма визуализации жидкости</a:t>
            </a:r>
            <a:endParaRPr/>
          </a:p>
        </p:txBody>
      </p:sp>
      <p:sp>
        <p:nvSpPr>
          <p:cNvPr id="311" name="Google Shape;311;p39"/>
          <p:cNvSpPr txBox="1"/>
          <p:nvPr>
            <p:ph idx="2" type="title"/>
          </p:nvPr>
        </p:nvSpPr>
        <p:spPr>
          <a:xfrm>
            <a:off x="1512075" y="1012500"/>
            <a:ext cx="1076100" cy="87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12" name="Google Shape;312;p39"/>
          <p:cNvSpPr txBox="1"/>
          <p:nvPr>
            <p:ph idx="1" type="subTitle"/>
          </p:nvPr>
        </p:nvSpPr>
        <p:spPr>
          <a:xfrm>
            <a:off x="1512075" y="3573275"/>
            <a:ext cx="4944900" cy="6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" name="Google Shape;317;p40"/>
          <p:cNvSpPr txBox="1"/>
          <p:nvPr>
            <p:ph idx="1" type="subTitle"/>
          </p:nvPr>
        </p:nvSpPr>
        <p:spPr>
          <a:xfrm>
            <a:off x="948325" y="2112038"/>
            <a:ext cx="4863300" cy="18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Рассмотрены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Stable Fluids, SPH, Shallow Water, FLIP, MLS-MPM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Выбран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Stable Fluids (эйлеров, сетка)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Упрощенный Навье–Стокс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Сетка хорошо ложится на WebGPU</a:t>
            </a:r>
            <a:endParaRPr/>
          </a:p>
        </p:txBody>
      </p:sp>
      <p:sp>
        <p:nvSpPr>
          <p:cNvPr id="318" name="Google Shape;318;p40"/>
          <p:cNvSpPr txBox="1"/>
          <p:nvPr>
            <p:ph type="title"/>
          </p:nvPr>
        </p:nvSpPr>
        <p:spPr>
          <a:xfrm>
            <a:off x="948325" y="1185562"/>
            <a:ext cx="4863300" cy="80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Алгоритмы визуализации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3" name="Google Shape;323;p41"/>
          <p:cNvGrpSpPr/>
          <p:nvPr/>
        </p:nvGrpSpPr>
        <p:grpSpPr>
          <a:xfrm>
            <a:off x="0" y="0"/>
            <a:ext cx="2473800" cy="4131000"/>
            <a:chOff x="0" y="0"/>
            <a:chExt cx="2473800" cy="4131000"/>
          </a:xfrm>
        </p:grpSpPr>
        <p:sp>
          <p:nvSpPr>
            <p:cNvPr id="324" name="Google Shape;324;p41"/>
            <p:cNvSpPr/>
            <p:nvPr/>
          </p:nvSpPr>
          <p:spPr>
            <a:xfrm>
              <a:off x="0" y="1012500"/>
              <a:ext cx="2473800" cy="870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25" name="Google Shape;325;p41"/>
            <p:cNvCxnSpPr/>
            <p:nvPr/>
          </p:nvCxnSpPr>
          <p:spPr>
            <a:xfrm rot="10800000">
              <a:off x="711250" y="0"/>
              <a:ext cx="0" cy="413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26" name="Google Shape;326;p41"/>
          <p:cNvSpPr txBox="1"/>
          <p:nvPr>
            <p:ph type="title"/>
          </p:nvPr>
        </p:nvSpPr>
        <p:spPr>
          <a:xfrm>
            <a:off x="1512075" y="2036300"/>
            <a:ext cx="4944900" cy="14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Исследование алгоритма и возможностей WebGPU</a:t>
            </a:r>
            <a:endParaRPr/>
          </a:p>
        </p:txBody>
      </p:sp>
      <p:sp>
        <p:nvSpPr>
          <p:cNvPr id="327" name="Google Shape;327;p41"/>
          <p:cNvSpPr txBox="1"/>
          <p:nvPr>
            <p:ph idx="2" type="title"/>
          </p:nvPr>
        </p:nvSpPr>
        <p:spPr>
          <a:xfrm>
            <a:off x="1512075" y="1012500"/>
            <a:ext cx="1076100" cy="87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28" name="Google Shape;328;p41"/>
          <p:cNvSpPr txBox="1"/>
          <p:nvPr>
            <p:ph idx="1" type="subTitle"/>
          </p:nvPr>
        </p:nvSpPr>
        <p:spPr>
          <a:xfrm>
            <a:off x="1512075" y="3573275"/>
            <a:ext cx="4944900" cy="6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3" name="Google Shape;333;p42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Уравнения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Навье — Стокса</a:t>
            </a:r>
            <a:endParaRPr/>
          </a:p>
        </p:txBody>
      </p:sp>
      <p:pic>
        <p:nvPicPr>
          <p:cNvPr id="334" name="Google Shape;334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85563" y="2291425"/>
            <a:ext cx="5951073" cy="1322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43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Stable Fluids</a:t>
            </a:r>
            <a:endParaRPr/>
          </a:p>
        </p:txBody>
      </p:sp>
      <p:pic>
        <p:nvPicPr>
          <p:cNvPr id="340" name="Google Shape;340;p4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39275" y="1322975"/>
            <a:ext cx="6535675" cy="947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41" name="Google Shape;341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94800" y="2339375"/>
            <a:ext cx="5342351" cy="2045125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43"/>
          <p:cNvSpPr txBox="1"/>
          <p:nvPr/>
        </p:nvSpPr>
        <p:spPr>
          <a:xfrm>
            <a:off x="1889963" y="4384500"/>
            <a:ext cx="5477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hlinkClick r:id="rId5"/>
              </a:rPr>
              <a:t>https://pages.cs.wisc.edu/~chaol/data/cs777/stam-stable_fluids.pdf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6" name="Shape 3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7" name="Google Shape;347;p44"/>
          <p:cNvSpPr txBox="1"/>
          <p:nvPr>
            <p:ph idx="1" type="subTitle"/>
          </p:nvPr>
        </p:nvSpPr>
        <p:spPr>
          <a:xfrm>
            <a:off x="948325" y="2112038"/>
            <a:ext cx="4863300" cy="1845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Cовременная технология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Пока еще в тестовом режиме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Низкоуровневый доступ к GPU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Простой API, чем-то похожий на Vulkan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/>
              <a:t>Шейдеры на WGSL (похож на Rust)</a:t>
            </a:r>
            <a:endParaRPr/>
          </a:p>
        </p:txBody>
      </p:sp>
      <p:sp>
        <p:nvSpPr>
          <p:cNvPr id="348" name="Google Shape;348;p44"/>
          <p:cNvSpPr txBox="1"/>
          <p:nvPr>
            <p:ph type="title"/>
          </p:nvPr>
        </p:nvSpPr>
        <p:spPr>
          <a:xfrm>
            <a:off x="948325" y="1185562"/>
            <a:ext cx="4863300" cy="803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WebGPU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2" name="Shape 3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3" name="Google Shape;353;p45"/>
          <p:cNvGrpSpPr/>
          <p:nvPr/>
        </p:nvGrpSpPr>
        <p:grpSpPr>
          <a:xfrm>
            <a:off x="0" y="0"/>
            <a:ext cx="2473800" cy="4131000"/>
            <a:chOff x="0" y="0"/>
            <a:chExt cx="2473800" cy="4131000"/>
          </a:xfrm>
        </p:grpSpPr>
        <p:sp>
          <p:nvSpPr>
            <p:cNvPr id="354" name="Google Shape;354;p45"/>
            <p:cNvSpPr/>
            <p:nvPr/>
          </p:nvSpPr>
          <p:spPr>
            <a:xfrm>
              <a:off x="0" y="1012500"/>
              <a:ext cx="2473800" cy="870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55" name="Google Shape;355;p45"/>
            <p:cNvCxnSpPr/>
            <p:nvPr/>
          </p:nvCxnSpPr>
          <p:spPr>
            <a:xfrm rot="10800000">
              <a:off x="711250" y="0"/>
              <a:ext cx="0" cy="413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56" name="Google Shape;356;p45"/>
          <p:cNvSpPr txBox="1"/>
          <p:nvPr>
            <p:ph type="title"/>
          </p:nvPr>
        </p:nvSpPr>
        <p:spPr>
          <a:xfrm>
            <a:off x="1512075" y="2036300"/>
            <a:ext cx="4944900" cy="14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Реализация алгоритма</a:t>
            </a:r>
            <a:endParaRPr/>
          </a:p>
        </p:txBody>
      </p:sp>
      <p:sp>
        <p:nvSpPr>
          <p:cNvPr id="357" name="Google Shape;357;p45"/>
          <p:cNvSpPr txBox="1"/>
          <p:nvPr>
            <p:ph idx="2" type="title"/>
          </p:nvPr>
        </p:nvSpPr>
        <p:spPr>
          <a:xfrm>
            <a:off x="1512075" y="1012500"/>
            <a:ext cx="1076100" cy="87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358" name="Google Shape;358;p45"/>
          <p:cNvSpPr txBox="1"/>
          <p:nvPr>
            <p:ph idx="1" type="subTitle"/>
          </p:nvPr>
        </p:nvSpPr>
        <p:spPr>
          <a:xfrm>
            <a:off x="1512075" y="3573275"/>
            <a:ext cx="4944900" cy="6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46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Параметры симуляции</a:t>
            </a:r>
            <a:endParaRPr/>
          </a:p>
        </p:txBody>
      </p:sp>
      <p:sp>
        <p:nvSpPr>
          <p:cNvPr id="364" name="Google Shape;364;p46"/>
          <p:cNvSpPr txBox="1"/>
          <p:nvPr>
            <p:ph idx="4294967295" type="subTitle"/>
          </p:nvPr>
        </p:nvSpPr>
        <p:spPr>
          <a:xfrm>
            <a:off x="948325" y="1157175"/>
            <a:ext cx="3752400" cy="33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Сетка: 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2D N×N, где N=250, 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область L=750×750 px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шаг ячейки Δx=3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шаг времени Δt=1/60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Буферы (x2 для ping-pong): 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скорость (u)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давление (p)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краска (dye)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дивергенция(для Пуассона)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t/>
            </a:r>
            <a:endParaRPr/>
          </a:p>
        </p:txBody>
      </p:sp>
      <p:sp>
        <p:nvSpPr>
          <p:cNvPr id="365" name="Google Shape;365;p46"/>
          <p:cNvSpPr txBox="1"/>
          <p:nvPr>
            <p:ph idx="4294967295" type="subTitle"/>
          </p:nvPr>
        </p:nvSpPr>
        <p:spPr>
          <a:xfrm>
            <a:off x="5002966" y="1420300"/>
            <a:ext cx="3752400" cy="271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Динамические параметры симуляции (uniform): 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язкость 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ν=0.005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ассеивание 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dissipation=0.999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З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авихренность 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vorticity=25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Г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равитация </a:t>
            </a: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gravity=−20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Добавление краски faucet_dye=200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"/>
              <a:t>Параметры мыши</a:t>
            </a:r>
            <a:br>
              <a:rPr lang="en"/>
            </a:br>
            <a:r>
              <a:rPr lang="en"/>
              <a:t>mouse pos, vel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47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Конвейер WGSL</a:t>
            </a:r>
            <a:endParaRPr/>
          </a:p>
        </p:txBody>
      </p:sp>
      <p:sp>
        <p:nvSpPr>
          <p:cNvPr id="371" name="Google Shape;371;p47"/>
          <p:cNvSpPr txBox="1"/>
          <p:nvPr>
            <p:ph idx="4294967295" type="subTitle"/>
          </p:nvPr>
        </p:nvSpPr>
        <p:spPr>
          <a:xfrm>
            <a:off x="713225" y="1190950"/>
            <a:ext cx="4107600" cy="33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Этап 0. Общие модули (общие функции используемые во всех шейдерах)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0) header.wgsl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Этап 1. Силы (формирование внешних воздействий на поле скорости)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1) add_force.wgsl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2) vortex_force.wgsl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3) gravity.wgsl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Этап 2. Перенос и вязкость (перенос скорости и её сглаживание/диффузия)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4) advect_vel.wgsl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5) viscosity.wgsl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2" name="Google Shape;372;p47"/>
          <p:cNvSpPr txBox="1"/>
          <p:nvPr>
            <p:ph idx="4294967295" type="subTitle"/>
          </p:nvPr>
        </p:nvSpPr>
        <p:spPr>
          <a:xfrm>
            <a:off x="4966125" y="1190950"/>
            <a:ext cx="4107600" cy="330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Этап 3. Проекция (обеспечение несжимаемости через давление)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6) clear_pressure.wgsl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7) divergence.wgsl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8) pressure_jacobi.wgsl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9) subtract_gradient.wgsl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Этап 4. Краситель (визуализация потока через добавление и перенос dye)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10) add_dye.wgsl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11) splat_dye.wgsl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12) advect_dye.wgsl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Этап 5. Рендер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1750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</a:pPr>
            <a:r>
              <a:rPr lang="en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13) render.wgsl</a:t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None/>
            </a:pPr>
            <a:r>
              <a:t/>
            </a:r>
            <a:endParaRPr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48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Шейдер решения давления</a:t>
            </a:r>
            <a:endParaRPr/>
          </a:p>
        </p:txBody>
      </p:sp>
      <p:pic>
        <p:nvPicPr>
          <p:cNvPr id="378" name="Google Shape;378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25175" y="1061700"/>
            <a:ext cx="3621550" cy="36754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83" name="Google Shape;383;p49"/>
          <p:cNvGrpSpPr/>
          <p:nvPr/>
        </p:nvGrpSpPr>
        <p:grpSpPr>
          <a:xfrm>
            <a:off x="0" y="0"/>
            <a:ext cx="2473800" cy="4131000"/>
            <a:chOff x="0" y="0"/>
            <a:chExt cx="2473800" cy="4131000"/>
          </a:xfrm>
        </p:grpSpPr>
        <p:sp>
          <p:nvSpPr>
            <p:cNvPr id="384" name="Google Shape;384;p49"/>
            <p:cNvSpPr/>
            <p:nvPr/>
          </p:nvSpPr>
          <p:spPr>
            <a:xfrm>
              <a:off x="0" y="1012500"/>
              <a:ext cx="2473800" cy="870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385" name="Google Shape;385;p49"/>
            <p:cNvCxnSpPr/>
            <p:nvPr/>
          </p:nvCxnSpPr>
          <p:spPr>
            <a:xfrm rot="10800000">
              <a:off x="711250" y="0"/>
              <a:ext cx="0" cy="413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386" name="Google Shape;386;p49"/>
          <p:cNvSpPr txBox="1"/>
          <p:nvPr>
            <p:ph type="title"/>
          </p:nvPr>
        </p:nvSpPr>
        <p:spPr>
          <a:xfrm>
            <a:off x="1512075" y="2036300"/>
            <a:ext cx="4944900" cy="14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Разработка веб-приложения</a:t>
            </a:r>
            <a:endParaRPr/>
          </a:p>
        </p:txBody>
      </p:sp>
      <p:sp>
        <p:nvSpPr>
          <p:cNvPr id="387" name="Google Shape;387;p49"/>
          <p:cNvSpPr txBox="1"/>
          <p:nvPr>
            <p:ph idx="2" type="title"/>
          </p:nvPr>
        </p:nvSpPr>
        <p:spPr>
          <a:xfrm>
            <a:off x="1512075" y="1012500"/>
            <a:ext cx="1076100" cy="87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388" name="Google Shape;388;p49"/>
          <p:cNvSpPr txBox="1"/>
          <p:nvPr>
            <p:ph idx="1" type="subTitle"/>
          </p:nvPr>
        </p:nvSpPr>
        <p:spPr>
          <a:xfrm>
            <a:off x="1512075" y="3573275"/>
            <a:ext cx="4944900" cy="6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Typescript + Next.js </a:t>
            </a:r>
            <a:r>
              <a:rPr lang="en"/>
              <a:t>+ Vercel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50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Цикл отрисовки</a:t>
            </a:r>
            <a:endParaRPr/>
          </a:p>
        </p:txBody>
      </p:sp>
      <p:pic>
        <p:nvPicPr>
          <p:cNvPr id="394" name="Google Shape;394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7075" y="1049525"/>
            <a:ext cx="3189792" cy="38181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9" name="Google Shape;399;p51"/>
          <p:cNvGrpSpPr/>
          <p:nvPr/>
        </p:nvGrpSpPr>
        <p:grpSpPr>
          <a:xfrm>
            <a:off x="0" y="0"/>
            <a:ext cx="2473800" cy="4131000"/>
            <a:chOff x="0" y="0"/>
            <a:chExt cx="2473800" cy="4131000"/>
          </a:xfrm>
        </p:grpSpPr>
        <p:sp>
          <p:nvSpPr>
            <p:cNvPr id="400" name="Google Shape;400;p51"/>
            <p:cNvSpPr/>
            <p:nvPr/>
          </p:nvSpPr>
          <p:spPr>
            <a:xfrm>
              <a:off x="0" y="1012500"/>
              <a:ext cx="2473800" cy="870000"/>
            </a:xfrm>
            <a:prstGeom prst="rect">
              <a:avLst/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cxnSp>
          <p:nvCxnSpPr>
            <p:cNvPr id="401" name="Google Shape;401;p51"/>
            <p:cNvCxnSpPr/>
            <p:nvPr/>
          </p:nvCxnSpPr>
          <p:spPr>
            <a:xfrm rot="10800000">
              <a:off x="711250" y="0"/>
              <a:ext cx="0" cy="4131000"/>
            </a:xfrm>
            <a:prstGeom prst="straightConnector1">
              <a:avLst/>
            </a:prstGeom>
            <a:noFill/>
            <a:ln cap="flat" cmpd="sng" w="9525">
              <a:solidFill>
                <a:schemeClr val="dk1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sp>
        <p:nvSpPr>
          <p:cNvPr id="402" name="Google Shape;402;p51"/>
          <p:cNvSpPr txBox="1"/>
          <p:nvPr>
            <p:ph type="title"/>
          </p:nvPr>
        </p:nvSpPr>
        <p:spPr>
          <a:xfrm>
            <a:off x="1512075" y="2036300"/>
            <a:ext cx="4944900" cy="147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Тестирование</a:t>
            </a:r>
            <a:r>
              <a:rPr lang="en"/>
              <a:t>, оптимизация,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результат</a:t>
            </a:r>
            <a:endParaRPr/>
          </a:p>
        </p:txBody>
      </p:sp>
      <p:sp>
        <p:nvSpPr>
          <p:cNvPr id="403" name="Google Shape;403;p51"/>
          <p:cNvSpPr txBox="1"/>
          <p:nvPr>
            <p:ph idx="2" type="title"/>
          </p:nvPr>
        </p:nvSpPr>
        <p:spPr>
          <a:xfrm>
            <a:off x="1512075" y="1012500"/>
            <a:ext cx="1076100" cy="870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404" name="Google Shape;404;p51"/>
          <p:cNvSpPr txBox="1"/>
          <p:nvPr>
            <p:ph idx="1" type="subTitle"/>
          </p:nvPr>
        </p:nvSpPr>
        <p:spPr>
          <a:xfrm>
            <a:off x="1512075" y="3573275"/>
            <a:ext cx="4944900" cy="697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8" name="Shape 4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" name="Google Shape;409;p52"/>
          <p:cNvSpPr txBox="1"/>
          <p:nvPr>
            <p:ph type="title"/>
          </p:nvPr>
        </p:nvSpPr>
        <p:spPr>
          <a:xfrm>
            <a:off x="713225" y="470650"/>
            <a:ext cx="7717500" cy="5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Демонстрация</a:t>
            </a:r>
            <a:endParaRPr/>
          </a:p>
        </p:txBody>
      </p:sp>
      <p:pic>
        <p:nvPicPr>
          <p:cNvPr id="410" name="Google Shape;410;p52" title="coursework_demo.mp4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285975" y="1233150"/>
            <a:ext cx="4572000" cy="3429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53"/>
          <p:cNvSpPr txBox="1"/>
          <p:nvPr>
            <p:ph type="title"/>
          </p:nvPr>
        </p:nvSpPr>
        <p:spPr>
          <a:xfrm>
            <a:off x="2037600" y="548350"/>
            <a:ext cx="5068800" cy="110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Заключение</a:t>
            </a:r>
            <a:endParaRPr/>
          </a:p>
        </p:txBody>
      </p:sp>
      <p:sp>
        <p:nvSpPr>
          <p:cNvPr id="416" name="Google Shape;416;p53"/>
          <p:cNvSpPr txBox="1"/>
          <p:nvPr>
            <p:ph idx="1" type="subTitle"/>
          </p:nvPr>
        </p:nvSpPr>
        <p:spPr>
          <a:xfrm>
            <a:off x="2654700" y="2342156"/>
            <a:ext cx="3834600" cy="97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Реализован алгоритм Stable Fluids при помощи WebGPU и Next.js</a:t>
            </a:r>
            <a:endParaRPr/>
          </a:p>
        </p:txBody>
      </p:sp>
      <p:sp>
        <p:nvSpPr>
          <p:cNvPr id="417" name="Google Shape;417;p53"/>
          <p:cNvSpPr txBox="1"/>
          <p:nvPr>
            <p:ph idx="2" type="subTitle"/>
          </p:nvPr>
        </p:nvSpPr>
        <p:spPr>
          <a:xfrm>
            <a:off x="2654700" y="4111851"/>
            <a:ext cx="3834600" cy="338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hlinkClick r:id="rId3"/>
              </a:rPr>
              <a:t>https://github.com/sorrtory-vercel/stable-flids-webgpu</a:t>
            </a:r>
            <a:endParaRPr/>
          </a:p>
        </p:txBody>
      </p:sp>
      <p:pic>
        <p:nvPicPr>
          <p:cNvPr id="418" name="Google Shape;418;p5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38450" y="3321570"/>
            <a:ext cx="3867099" cy="782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Formulating a Research Problem for University Students by Slidesgo">
  <a:themeElements>
    <a:clrScheme name="Simple Light">
      <a:dk1>
        <a:srgbClr val="0A0A0A"/>
      </a:dk1>
      <a:lt1>
        <a:srgbClr val="F9F9F9"/>
      </a:lt1>
      <a:dk2>
        <a:srgbClr val="DDDDDD"/>
      </a:dk2>
      <a:lt2>
        <a:srgbClr val="B3B4B3"/>
      </a:lt2>
      <a:accent1>
        <a:srgbClr val="878887"/>
      </a:accent1>
      <a:accent2>
        <a:srgbClr val="5F6160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0A0A0A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